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5" r:id="rId2"/>
    <p:sldId id="256" r:id="rId3"/>
    <p:sldId id="258" r:id="rId4"/>
    <p:sldId id="260"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699F06-9C23-4AD3-A63A-750549A2BCC8}" v="103" dt="2026-08-05T03:23:33.995"/>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914" y="720"/>
      </p:cViewPr>
      <p:guideLst>
        <p:guide orient="horz" pos="2160"/>
        <p:guide pos="2880"/>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ma Vosoogh" userId="3acbd08a00cb7bca" providerId="LiveId" clId="{E615FB81-C55B-47D6-AF0A-A58432AE256A}"/>
    <pc:docChg chg="undo custSel addSld delSld modSld sldOrd">
      <pc:chgData name="Shima Vosoogh" userId="3acbd08a00cb7bca" providerId="LiveId" clId="{E615FB81-C55B-47D6-AF0A-A58432AE256A}" dt="2026-08-05T03:24:45.635" v="960" actId="478"/>
      <pc:docMkLst>
        <pc:docMk/>
      </pc:docMkLst>
      <pc:sldChg chg="addSp delSp modSp mod addAnim delAnim modAnim">
        <pc:chgData name="Shima Vosoogh" userId="3acbd08a00cb7bca" providerId="LiveId" clId="{E615FB81-C55B-47D6-AF0A-A58432AE256A}" dt="2026-08-05T02:25:55.482" v="782"/>
        <pc:sldMkLst>
          <pc:docMk/>
          <pc:sldMk cId="0" sldId="256"/>
        </pc:sldMkLst>
        <pc:spChg chg="add mod">
          <ac:chgData name="Shima Vosoogh" userId="3acbd08a00cb7bca" providerId="LiveId" clId="{E615FB81-C55B-47D6-AF0A-A58432AE256A}" dt="2026-08-05T01:22:16.054" v="696" actId="207"/>
          <ac:spMkLst>
            <pc:docMk/>
            <pc:sldMk cId="0" sldId="256"/>
            <ac:spMk id="2" creationId="{7B79803F-933D-00A2-099B-EE21338C7C8E}"/>
          </ac:spMkLst>
        </pc:spChg>
        <pc:spChg chg="mod">
          <ac:chgData name="Shima Vosoogh" userId="3acbd08a00cb7bca" providerId="LiveId" clId="{E615FB81-C55B-47D6-AF0A-A58432AE256A}" dt="2026-08-05T01:20:34.414" v="681" actId="14100"/>
          <ac:spMkLst>
            <pc:docMk/>
            <pc:sldMk cId="0" sldId="256"/>
            <ac:spMk id="3" creationId="{00000000-0000-0000-0000-000000000000}"/>
          </ac:spMkLst>
        </pc:spChg>
        <pc:spChg chg="add del mod">
          <ac:chgData name="Shima Vosoogh" userId="3acbd08a00cb7bca" providerId="LiveId" clId="{E615FB81-C55B-47D6-AF0A-A58432AE256A}" dt="2026-08-04T00:23:19.487" v="376" actId="21"/>
          <ac:spMkLst>
            <pc:docMk/>
            <pc:sldMk cId="0" sldId="256"/>
            <ac:spMk id="7" creationId="{0592AD2D-2F73-9D70-6F90-7041DDE7D7F8}"/>
          </ac:spMkLst>
        </pc:spChg>
        <pc:picChg chg="add mod">
          <ac:chgData name="Shima Vosoogh" userId="3acbd08a00cb7bca" providerId="LiveId" clId="{E615FB81-C55B-47D6-AF0A-A58432AE256A}" dt="2026-08-05T01:24:13.326" v="708" actId="14100"/>
          <ac:picMkLst>
            <pc:docMk/>
            <pc:sldMk cId="0" sldId="256"/>
            <ac:picMk id="5" creationId="{86AEEB0C-94A0-3695-82F3-BE2D197C6E38}"/>
          </ac:picMkLst>
        </pc:picChg>
        <pc:picChg chg="add mod">
          <ac:chgData name="Shima Vosoogh" userId="3acbd08a00cb7bca" providerId="LiveId" clId="{E615FB81-C55B-47D6-AF0A-A58432AE256A}" dt="2026-08-05T01:23:55.251" v="707" actId="1076"/>
          <ac:picMkLst>
            <pc:docMk/>
            <pc:sldMk cId="0" sldId="256"/>
            <ac:picMk id="6" creationId="{6D19809A-5BFE-3EC8-8F37-491A896E804F}"/>
          </ac:picMkLst>
        </pc:picChg>
      </pc:sldChg>
      <pc:sldChg chg="modSp del mod">
        <pc:chgData name="Shima Vosoogh" userId="3acbd08a00cb7bca" providerId="LiveId" clId="{E615FB81-C55B-47D6-AF0A-A58432AE256A}" dt="2026-08-04T00:21:11.897" v="363" actId="2696"/>
        <pc:sldMkLst>
          <pc:docMk/>
          <pc:sldMk cId="0" sldId="257"/>
        </pc:sldMkLst>
        <pc:spChg chg="mod">
          <ac:chgData name="Shima Vosoogh" userId="3acbd08a00cb7bca" providerId="LiveId" clId="{E615FB81-C55B-47D6-AF0A-A58432AE256A}" dt="2026-08-04T00:21:02.290" v="362" actId="207"/>
          <ac:spMkLst>
            <pc:docMk/>
            <pc:sldMk cId="0" sldId="257"/>
            <ac:spMk id="21" creationId="{00000000-0000-0000-0000-000000000000}"/>
          </ac:spMkLst>
        </pc:spChg>
      </pc:sldChg>
      <pc:sldChg chg="addSp delSp modSp mod ord addAnim delAnim modAnim">
        <pc:chgData name="Shima Vosoogh" userId="3acbd08a00cb7bca" providerId="LiveId" clId="{E615FB81-C55B-47D6-AF0A-A58432AE256A}" dt="2026-08-05T02:26:29.034" v="790"/>
        <pc:sldMkLst>
          <pc:docMk/>
          <pc:sldMk cId="0" sldId="258"/>
        </pc:sldMkLst>
        <pc:spChg chg="mod">
          <ac:chgData name="Shima Vosoogh" userId="3acbd08a00cb7bca" providerId="LiveId" clId="{E615FB81-C55B-47D6-AF0A-A58432AE256A}" dt="2026-08-04T00:38:10.897" v="474" actId="164"/>
          <ac:spMkLst>
            <pc:docMk/>
            <pc:sldMk cId="0" sldId="258"/>
            <ac:spMk id="6" creationId="{00000000-0000-0000-0000-000000000000}"/>
          </ac:spMkLst>
        </pc:spChg>
        <pc:spChg chg="mod">
          <ac:chgData name="Shima Vosoogh" userId="3acbd08a00cb7bca" providerId="LiveId" clId="{E615FB81-C55B-47D6-AF0A-A58432AE256A}" dt="2026-08-04T00:39:09.083" v="485" actId="20577"/>
          <ac:spMkLst>
            <pc:docMk/>
            <pc:sldMk cId="0" sldId="258"/>
            <ac:spMk id="8" creationId="{00000000-0000-0000-0000-000000000000}"/>
          </ac:spMkLst>
        </pc:spChg>
        <pc:spChg chg="mod">
          <ac:chgData name="Shima Vosoogh" userId="3acbd08a00cb7bca" providerId="LiveId" clId="{E615FB81-C55B-47D6-AF0A-A58432AE256A}" dt="2026-08-04T00:54:39.031" v="624" actId="12"/>
          <ac:spMkLst>
            <pc:docMk/>
            <pc:sldMk cId="0" sldId="258"/>
            <ac:spMk id="9" creationId="{00000000-0000-0000-0000-000000000000}"/>
          </ac:spMkLst>
        </pc:spChg>
        <pc:spChg chg="del">
          <ac:chgData name="Shima Vosoogh" userId="3acbd08a00cb7bca" providerId="LiveId" clId="{E615FB81-C55B-47D6-AF0A-A58432AE256A}" dt="2026-08-04T00:43:07.847" v="521" actId="478"/>
          <ac:spMkLst>
            <pc:docMk/>
            <pc:sldMk cId="0" sldId="258"/>
            <ac:spMk id="10" creationId="{00000000-0000-0000-0000-000000000000}"/>
          </ac:spMkLst>
        </pc:spChg>
        <pc:spChg chg="del mod">
          <ac:chgData name="Shima Vosoogh" userId="3acbd08a00cb7bca" providerId="LiveId" clId="{E615FB81-C55B-47D6-AF0A-A58432AE256A}" dt="2026-08-04T00:43:09.664" v="522" actId="478"/>
          <ac:spMkLst>
            <pc:docMk/>
            <pc:sldMk cId="0" sldId="258"/>
            <ac:spMk id="12" creationId="{00000000-0000-0000-0000-000000000000}"/>
          </ac:spMkLst>
        </pc:spChg>
        <pc:spChg chg="del">
          <ac:chgData name="Shima Vosoogh" userId="3acbd08a00cb7bca" providerId="LiveId" clId="{E615FB81-C55B-47D6-AF0A-A58432AE256A}" dt="2026-08-04T00:43:11.395" v="523" actId="478"/>
          <ac:spMkLst>
            <pc:docMk/>
            <pc:sldMk cId="0" sldId="258"/>
            <ac:spMk id="13" creationId="{00000000-0000-0000-0000-000000000000}"/>
          </ac:spMkLst>
        </pc:spChg>
        <pc:spChg chg="del mod">
          <ac:chgData name="Shima Vosoogh" userId="3acbd08a00cb7bca" providerId="LiveId" clId="{E615FB81-C55B-47D6-AF0A-A58432AE256A}" dt="2026-08-04T00:55:10.563" v="627" actId="478"/>
          <ac:spMkLst>
            <pc:docMk/>
            <pc:sldMk cId="0" sldId="258"/>
            <ac:spMk id="14" creationId="{00000000-0000-0000-0000-000000000000}"/>
          </ac:spMkLst>
        </pc:spChg>
        <pc:spChg chg="del mod">
          <ac:chgData name="Shima Vosoogh" userId="3acbd08a00cb7bca" providerId="LiveId" clId="{E615FB81-C55B-47D6-AF0A-A58432AE256A}" dt="2026-08-04T00:55:12.949" v="629" actId="478"/>
          <ac:spMkLst>
            <pc:docMk/>
            <pc:sldMk cId="0" sldId="258"/>
            <ac:spMk id="16" creationId="{00000000-0000-0000-0000-000000000000}"/>
          </ac:spMkLst>
        </pc:spChg>
        <pc:spChg chg="del">
          <ac:chgData name="Shima Vosoogh" userId="3acbd08a00cb7bca" providerId="LiveId" clId="{E615FB81-C55B-47D6-AF0A-A58432AE256A}" dt="2026-08-04T00:55:19.979" v="632" actId="478"/>
          <ac:spMkLst>
            <pc:docMk/>
            <pc:sldMk cId="0" sldId="258"/>
            <ac:spMk id="17" creationId="{00000000-0000-0000-0000-000000000000}"/>
          </ac:spMkLst>
        </pc:spChg>
        <pc:spChg chg="del mod">
          <ac:chgData name="Shima Vosoogh" userId="3acbd08a00cb7bca" providerId="LiveId" clId="{E615FB81-C55B-47D6-AF0A-A58432AE256A}" dt="2026-08-04T00:34:34.846" v="434" actId="478"/>
          <ac:spMkLst>
            <pc:docMk/>
            <pc:sldMk cId="0" sldId="258"/>
            <ac:spMk id="19" creationId="{00000000-0000-0000-0000-000000000000}"/>
          </ac:spMkLst>
        </pc:spChg>
        <pc:spChg chg="del mod">
          <ac:chgData name="Shima Vosoogh" userId="3acbd08a00cb7bca" providerId="LiveId" clId="{E615FB81-C55B-47D6-AF0A-A58432AE256A}" dt="2026-08-04T00:34:40.028" v="437" actId="478"/>
          <ac:spMkLst>
            <pc:docMk/>
            <pc:sldMk cId="0" sldId="258"/>
            <ac:spMk id="20" creationId="{00000000-0000-0000-0000-000000000000}"/>
          </ac:spMkLst>
        </pc:spChg>
        <pc:spChg chg="del">
          <ac:chgData name="Shima Vosoogh" userId="3acbd08a00cb7bca" providerId="LiveId" clId="{E615FB81-C55B-47D6-AF0A-A58432AE256A}" dt="2026-08-04T00:34:41.744" v="438" actId="478"/>
          <ac:spMkLst>
            <pc:docMk/>
            <pc:sldMk cId="0" sldId="258"/>
            <ac:spMk id="21" creationId="{00000000-0000-0000-0000-000000000000}"/>
          </ac:spMkLst>
        </pc:spChg>
        <pc:spChg chg="del mod">
          <ac:chgData name="Shima Vosoogh" userId="3acbd08a00cb7bca" providerId="LiveId" clId="{E615FB81-C55B-47D6-AF0A-A58432AE256A}" dt="2026-08-04T00:43:22.995" v="526" actId="478"/>
          <ac:spMkLst>
            <pc:docMk/>
            <pc:sldMk cId="0" sldId="258"/>
            <ac:spMk id="23" creationId="{00000000-0000-0000-0000-000000000000}"/>
          </ac:spMkLst>
        </pc:spChg>
        <pc:spChg chg="del">
          <ac:chgData name="Shima Vosoogh" userId="3acbd08a00cb7bca" providerId="LiveId" clId="{E615FB81-C55B-47D6-AF0A-A58432AE256A}" dt="2026-08-04T00:43:32.944" v="528" actId="478"/>
          <ac:spMkLst>
            <pc:docMk/>
            <pc:sldMk cId="0" sldId="258"/>
            <ac:spMk id="24" creationId="{00000000-0000-0000-0000-000000000000}"/>
          </ac:spMkLst>
        </pc:spChg>
        <pc:spChg chg="del">
          <ac:chgData name="Shima Vosoogh" userId="3acbd08a00cb7bca" providerId="LiveId" clId="{E615FB81-C55B-47D6-AF0A-A58432AE256A}" dt="2026-08-04T00:43:26.961" v="527" actId="478"/>
          <ac:spMkLst>
            <pc:docMk/>
            <pc:sldMk cId="0" sldId="258"/>
            <ac:spMk id="25" creationId="{00000000-0000-0000-0000-000000000000}"/>
          </ac:spMkLst>
        </pc:spChg>
        <pc:spChg chg="del">
          <ac:chgData name="Shima Vosoogh" userId="3acbd08a00cb7bca" providerId="LiveId" clId="{E615FB81-C55B-47D6-AF0A-A58432AE256A}" dt="2026-08-04T00:55:32.461" v="633" actId="478"/>
          <ac:spMkLst>
            <pc:docMk/>
            <pc:sldMk cId="0" sldId="258"/>
            <ac:spMk id="27" creationId="{00000000-0000-0000-0000-000000000000}"/>
          </ac:spMkLst>
        </pc:spChg>
        <pc:spChg chg="del">
          <ac:chgData name="Shima Vosoogh" userId="3acbd08a00cb7bca" providerId="LiveId" clId="{E615FB81-C55B-47D6-AF0A-A58432AE256A}" dt="2026-08-04T00:55:32.461" v="633" actId="478"/>
          <ac:spMkLst>
            <pc:docMk/>
            <pc:sldMk cId="0" sldId="258"/>
            <ac:spMk id="28" creationId="{00000000-0000-0000-0000-000000000000}"/>
          </ac:spMkLst>
        </pc:spChg>
        <pc:spChg chg="del">
          <ac:chgData name="Shima Vosoogh" userId="3acbd08a00cb7bca" providerId="LiveId" clId="{E615FB81-C55B-47D6-AF0A-A58432AE256A}" dt="2026-08-04T00:55:32.461" v="633" actId="478"/>
          <ac:spMkLst>
            <pc:docMk/>
            <pc:sldMk cId="0" sldId="258"/>
            <ac:spMk id="29" creationId="{00000000-0000-0000-0000-000000000000}"/>
          </ac:spMkLst>
        </pc:spChg>
        <pc:spChg chg="del mod">
          <ac:chgData name="Shima Vosoogh" userId="3acbd08a00cb7bca" providerId="LiveId" clId="{E615FB81-C55B-47D6-AF0A-A58432AE256A}" dt="2026-08-04T00:35:38.107" v="450"/>
          <ac:spMkLst>
            <pc:docMk/>
            <pc:sldMk cId="0" sldId="258"/>
            <ac:spMk id="30" creationId="{00000000-0000-0000-0000-000000000000}"/>
          </ac:spMkLst>
        </pc:spChg>
        <pc:spChg chg="del mod">
          <ac:chgData name="Shima Vosoogh" userId="3acbd08a00cb7bca" providerId="LiveId" clId="{E615FB81-C55B-47D6-AF0A-A58432AE256A}" dt="2026-08-04T00:35:38.107" v="452"/>
          <ac:spMkLst>
            <pc:docMk/>
            <pc:sldMk cId="0" sldId="258"/>
            <ac:spMk id="31" creationId="{00000000-0000-0000-0000-000000000000}"/>
          </ac:spMkLst>
        </pc:spChg>
        <pc:spChg chg="add del mod">
          <ac:chgData name="Shima Vosoogh" userId="3acbd08a00cb7bca" providerId="LiveId" clId="{E615FB81-C55B-47D6-AF0A-A58432AE256A}" dt="2026-08-04T00:35:44.423" v="457" actId="47"/>
          <ac:spMkLst>
            <pc:docMk/>
            <pc:sldMk cId="0" sldId="258"/>
            <ac:spMk id="32" creationId="{00000000-0000-0000-0000-000000000000}"/>
          </ac:spMkLst>
        </pc:spChg>
        <pc:spChg chg="del mod">
          <ac:chgData name="Shima Vosoogh" userId="3acbd08a00cb7bca" providerId="LiveId" clId="{E615FB81-C55B-47D6-AF0A-A58432AE256A}" dt="2026-08-04T00:44:06.547" v="534"/>
          <ac:spMkLst>
            <pc:docMk/>
            <pc:sldMk cId="0" sldId="258"/>
            <ac:spMk id="33" creationId="{00000000-0000-0000-0000-000000000000}"/>
          </ac:spMkLst>
        </pc:spChg>
        <pc:spChg chg="del">
          <ac:chgData name="Shima Vosoogh" userId="3acbd08a00cb7bca" providerId="LiveId" clId="{E615FB81-C55B-47D6-AF0A-A58432AE256A}" dt="2026-08-04T00:44:06.547" v="532" actId="478"/>
          <ac:spMkLst>
            <pc:docMk/>
            <pc:sldMk cId="0" sldId="258"/>
            <ac:spMk id="34" creationId="{00000000-0000-0000-0000-000000000000}"/>
          </ac:spMkLst>
        </pc:spChg>
        <pc:spChg chg="del mod">
          <ac:chgData name="Shima Vosoogh" userId="3acbd08a00cb7bca" providerId="LiveId" clId="{E615FB81-C55B-47D6-AF0A-A58432AE256A}" dt="2026-08-04T00:44:06.547" v="536"/>
          <ac:spMkLst>
            <pc:docMk/>
            <pc:sldMk cId="0" sldId="258"/>
            <ac:spMk id="35" creationId="{00000000-0000-0000-0000-000000000000}"/>
          </ac:spMkLst>
        </pc:spChg>
        <pc:spChg chg="del mod">
          <ac:chgData name="Shima Vosoogh" userId="3acbd08a00cb7bca" providerId="LiveId" clId="{E615FB81-C55B-47D6-AF0A-A58432AE256A}" dt="2026-08-04T00:56:44.506" v="645"/>
          <ac:spMkLst>
            <pc:docMk/>
            <pc:sldMk cId="0" sldId="258"/>
            <ac:spMk id="36" creationId="{00000000-0000-0000-0000-000000000000}"/>
          </ac:spMkLst>
        </pc:spChg>
        <pc:spChg chg="del mod">
          <ac:chgData name="Shima Vosoogh" userId="3acbd08a00cb7bca" providerId="LiveId" clId="{E615FB81-C55B-47D6-AF0A-A58432AE256A}" dt="2026-08-04T00:56:44.506" v="643" actId="478"/>
          <ac:spMkLst>
            <pc:docMk/>
            <pc:sldMk cId="0" sldId="258"/>
            <ac:spMk id="37" creationId="{00000000-0000-0000-0000-000000000000}"/>
          </ac:spMkLst>
        </pc:spChg>
        <pc:spChg chg="add del mod">
          <ac:chgData name="Shima Vosoogh" userId="3acbd08a00cb7bca" providerId="LiveId" clId="{E615FB81-C55B-47D6-AF0A-A58432AE256A}" dt="2026-08-04T00:55:54.039" v="638" actId="47"/>
          <ac:spMkLst>
            <pc:docMk/>
            <pc:sldMk cId="0" sldId="258"/>
            <ac:spMk id="38" creationId="{00000000-0000-0000-0000-000000000000}"/>
          </ac:spMkLst>
        </pc:spChg>
        <pc:spChg chg="mod">
          <ac:chgData name="Shima Vosoogh" userId="3acbd08a00cb7bca" providerId="LiveId" clId="{E615FB81-C55B-47D6-AF0A-A58432AE256A}" dt="2026-08-04T00:25:14.297" v="389" actId="1076"/>
          <ac:spMkLst>
            <pc:docMk/>
            <pc:sldMk cId="0" sldId="258"/>
            <ac:spMk id="39" creationId="{00000000-0000-0000-0000-000000000000}"/>
          </ac:spMkLst>
        </pc:spChg>
        <pc:spChg chg="add mod">
          <ac:chgData name="Shima Vosoogh" userId="3acbd08a00cb7bca" providerId="LiveId" clId="{E615FB81-C55B-47D6-AF0A-A58432AE256A}" dt="2026-08-04T00:39:58.689" v="492" actId="164"/>
          <ac:spMkLst>
            <pc:docMk/>
            <pc:sldMk cId="0" sldId="258"/>
            <ac:spMk id="45" creationId="{68E7FD13-27F9-6384-38FE-0EA486019DD2}"/>
          </ac:spMkLst>
        </pc:spChg>
        <pc:spChg chg="mod">
          <ac:chgData name="Shima Vosoogh" userId="3acbd08a00cb7bca" providerId="LiveId" clId="{E615FB81-C55B-47D6-AF0A-A58432AE256A}" dt="2026-08-04T00:42:30.913" v="515"/>
          <ac:spMkLst>
            <pc:docMk/>
            <pc:sldMk cId="0" sldId="258"/>
            <ac:spMk id="49" creationId="{69F7028A-7C81-7BFC-C94C-69ACCBF24876}"/>
          </ac:spMkLst>
        </pc:spChg>
        <pc:spChg chg="mod">
          <ac:chgData name="Shima Vosoogh" userId="3acbd08a00cb7bca" providerId="LiveId" clId="{E615FB81-C55B-47D6-AF0A-A58432AE256A}" dt="2026-08-04T00:42:30.913" v="515"/>
          <ac:spMkLst>
            <pc:docMk/>
            <pc:sldMk cId="0" sldId="258"/>
            <ac:spMk id="51" creationId="{56DC4633-5321-0239-F1F5-7F03644200EE}"/>
          </ac:spMkLst>
        </pc:spChg>
        <pc:spChg chg="mod">
          <ac:chgData name="Shima Vosoogh" userId="3acbd08a00cb7bca" providerId="LiveId" clId="{E615FB81-C55B-47D6-AF0A-A58432AE256A}" dt="2026-08-04T00:42:30.913" v="515"/>
          <ac:spMkLst>
            <pc:docMk/>
            <pc:sldMk cId="0" sldId="258"/>
            <ac:spMk id="52" creationId="{27E2FB41-D5F7-E55E-0146-D96CE66322AA}"/>
          </ac:spMkLst>
        </pc:spChg>
        <pc:spChg chg="mod">
          <ac:chgData name="Shima Vosoogh" userId="3acbd08a00cb7bca" providerId="LiveId" clId="{E615FB81-C55B-47D6-AF0A-A58432AE256A}" dt="2026-08-04T00:42:50.379" v="516" actId="12"/>
          <ac:spMkLst>
            <pc:docMk/>
            <pc:sldMk cId="0" sldId="258"/>
            <ac:spMk id="53" creationId="{19328D35-1FCA-4E5A-D954-B800DFA4E4CA}"/>
          </ac:spMkLst>
        </pc:spChg>
        <pc:spChg chg="mod">
          <ac:chgData name="Shima Vosoogh" userId="3acbd08a00cb7bca" providerId="LiveId" clId="{E615FB81-C55B-47D6-AF0A-A58432AE256A}" dt="2026-08-04T00:50:18.101" v="599"/>
          <ac:spMkLst>
            <pc:docMk/>
            <pc:sldMk cId="0" sldId="258"/>
            <ac:spMk id="58" creationId="{FE123B6A-667D-83A7-A8DA-E39D408C49FC}"/>
          </ac:spMkLst>
        </pc:spChg>
        <pc:spChg chg="mod">
          <ac:chgData name="Shima Vosoogh" userId="3acbd08a00cb7bca" providerId="LiveId" clId="{E615FB81-C55B-47D6-AF0A-A58432AE256A}" dt="2026-08-04T00:50:18.101" v="599"/>
          <ac:spMkLst>
            <pc:docMk/>
            <pc:sldMk cId="0" sldId="258"/>
            <ac:spMk id="60" creationId="{0B55B2D8-B40E-47A7-0678-4BC1C05343F8}"/>
          </ac:spMkLst>
        </pc:spChg>
        <pc:spChg chg="mod">
          <ac:chgData name="Shima Vosoogh" userId="3acbd08a00cb7bca" providerId="LiveId" clId="{E615FB81-C55B-47D6-AF0A-A58432AE256A}" dt="2026-08-04T00:50:18.101" v="599"/>
          <ac:spMkLst>
            <pc:docMk/>
            <pc:sldMk cId="0" sldId="258"/>
            <ac:spMk id="61" creationId="{C942CC4C-E7E2-7D88-8E61-A674666CCC12}"/>
          </ac:spMkLst>
        </pc:spChg>
        <pc:spChg chg="mod">
          <ac:chgData name="Shima Vosoogh" userId="3acbd08a00cb7bca" providerId="LiveId" clId="{E615FB81-C55B-47D6-AF0A-A58432AE256A}" dt="2026-08-04T00:50:26.119" v="600" actId="12"/>
          <ac:spMkLst>
            <pc:docMk/>
            <pc:sldMk cId="0" sldId="258"/>
            <ac:spMk id="62" creationId="{F4EA4F1B-236C-9485-B493-68E7E8F9FD47}"/>
          </ac:spMkLst>
        </pc:spChg>
        <pc:spChg chg="add del mod">
          <ac:chgData name="Shima Vosoogh" userId="3acbd08a00cb7bca" providerId="LiveId" clId="{E615FB81-C55B-47D6-AF0A-A58432AE256A}" dt="2026-08-04T00:49:41.204" v="593" actId="478"/>
          <ac:spMkLst>
            <pc:docMk/>
            <pc:sldMk cId="0" sldId="258"/>
            <ac:spMk id="65" creationId="{9760C3F3-3171-8BFD-3A7A-04F5B775022C}"/>
          </ac:spMkLst>
        </pc:spChg>
        <pc:spChg chg="mod">
          <ac:chgData name="Shima Vosoogh" userId="3acbd08a00cb7bca" providerId="LiveId" clId="{E615FB81-C55B-47D6-AF0A-A58432AE256A}" dt="2026-08-04T00:53:52.739" v="622"/>
          <ac:spMkLst>
            <pc:docMk/>
            <pc:sldMk cId="0" sldId="258"/>
            <ac:spMk id="75" creationId="{D4C593A4-BDDC-FDDC-75BE-18D8772FC5D4}"/>
          </ac:spMkLst>
        </pc:spChg>
        <pc:spChg chg="mod">
          <ac:chgData name="Shima Vosoogh" userId="3acbd08a00cb7bca" providerId="LiveId" clId="{E615FB81-C55B-47D6-AF0A-A58432AE256A}" dt="2026-08-04T00:53:52.739" v="622"/>
          <ac:spMkLst>
            <pc:docMk/>
            <pc:sldMk cId="0" sldId="258"/>
            <ac:spMk id="77" creationId="{CF9B44BF-3BD0-5A5E-F15E-B701D8E6121B}"/>
          </ac:spMkLst>
        </pc:spChg>
        <pc:spChg chg="mod">
          <ac:chgData name="Shima Vosoogh" userId="3acbd08a00cb7bca" providerId="LiveId" clId="{E615FB81-C55B-47D6-AF0A-A58432AE256A}" dt="2026-08-04T00:53:52.739" v="622"/>
          <ac:spMkLst>
            <pc:docMk/>
            <pc:sldMk cId="0" sldId="258"/>
            <ac:spMk id="78" creationId="{5024F241-1603-2AA4-A932-CD9B1BC96FED}"/>
          </ac:spMkLst>
        </pc:spChg>
        <pc:spChg chg="mod">
          <ac:chgData name="Shima Vosoogh" userId="3acbd08a00cb7bca" providerId="LiveId" clId="{E615FB81-C55B-47D6-AF0A-A58432AE256A}" dt="2026-08-04T00:53:59.988" v="623" actId="12"/>
          <ac:spMkLst>
            <pc:docMk/>
            <pc:sldMk cId="0" sldId="258"/>
            <ac:spMk id="79" creationId="{60C7DAE0-083A-152F-F7A2-B428B14E092C}"/>
          </ac:spMkLst>
        </pc:spChg>
        <pc:grpChg chg="add mod">
          <ac:chgData name="Shima Vosoogh" userId="3acbd08a00cb7bca" providerId="LiveId" clId="{E615FB81-C55B-47D6-AF0A-A58432AE256A}" dt="2026-08-04T00:39:58.689" v="492" actId="164"/>
          <ac:grpSpMkLst>
            <pc:docMk/>
            <pc:sldMk cId="0" sldId="258"/>
            <ac:grpSpMk id="43" creationId="{20C6B2D6-8BBB-F331-1C54-2317D499B088}"/>
          </ac:grpSpMkLst>
        </pc:grpChg>
        <pc:grpChg chg="add mod">
          <ac:chgData name="Shima Vosoogh" userId="3acbd08a00cb7bca" providerId="LiveId" clId="{E615FB81-C55B-47D6-AF0A-A58432AE256A}" dt="2026-08-04T00:50:42.302" v="601" actId="1076"/>
          <ac:grpSpMkLst>
            <pc:docMk/>
            <pc:sldMk cId="0" sldId="258"/>
            <ac:grpSpMk id="46" creationId="{0F17EFA0-2F9A-42C9-8397-248D6F900140}"/>
          </ac:grpSpMkLst>
        </pc:grpChg>
        <pc:grpChg chg="add mod ord">
          <ac:chgData name="Shima Vosoogh" userId="3acbd08a00cb7bca" providerId="LiveId" clId="{E615FB81-C55B-47D6-AF0A-A58432AE256A}" dt="2026-08-04T00:42:30.913" v="515"/>
          <ac:grpSpMkLst>
            <pc:docMk/>
            <pc:sldMk cId="0" sldId="258"/>
            <ac:grpSpMk id="47" creationId="{CA2E831F-070D-5FFD-48AC-AF8AA1AADC2B}"/>
          </ac:grpSpMkLst>
        </pc:grpChg>
        <pc:grpChg chg="mod">
          <ac:chgData name="Shima Vosoogh" userId="3acbd08a00cb7bca" providerId="LiveId" clId="{E615FB81-C55B-47D6-AF0A-A58432AE256A}" dt="2026-08-04T00:42:30.913" v="515"/>
          <ac:grpSpMkLst>
            <pc:docMk/>
            <pc:sldMk cId="0" sldId="258"/>
            <ac:grpSpMk id="48" creationId="{E5570D52-2430-74E9-2E36-4E8BBF23AB47}"/>
          </ac:grpSpMkLst>
        </pc:grpChg>
        <pc:grpChg chg="add mod">
          <ac:chgData name="Shima Vosoogh" userId="3acbd08a00cb7bca" providerId="LiveId" clId="{E615FB81-C55B-47D6-AF0A-A58432AE256A}" dt="2026-08-04T01:01:45.539" v="661" actId="1076"/>
          <ac:grpSpMkLst>
            <pc:docMk/>
            <pc:sldMk cId="0" sldId="258"/>
            <ac:grpSpMk id="55" creationId="{5A1703F3-8C4F-1669-151D-EC8F9E82E73D}"/>
          </ac:grpSpMkLst>
        </pc:grpChg>
        <pc:grpChg chg="add mod ord">
          <ac:chgData name="Shima Vosoogh" userId="3acbd08a00cb7bca" providerId="LiveId" clId="{E615FB81-C55B-47D6-AF0A-A58432AE256A}" dt="2026-08-04T00:50:18.101" v="599"/>
          <ac:grpSpMkLst>
            <pc:docMk/>
            <pc:sldMk cId="0" sldId="258"/>
            <ac:grpSpMk id="56" creationId="{799F66BC-80A1-1618-4747-59C5CE348698}"/>
          </ac:grpSpMkLst>
        </pc:grpChg>
        <pc:grpChg chg="mod">
          <ac:chgData name="Shima Vosoogh" userId="3acbd08a00cb7bca" providerId="LiveId" clId="{E615FB81-C55B-47D6-AF0A-A58432AE256A}" dt="2026-08-04T00:50:18.101" v="599"/>
          <ac:grpSpMkLst>
            <pc:docMk/>
            <pc:sldMk cId="0" sldId="258"/>
            <ac:grpSpMk id="57" creationId="{A4498735-6934-9D28-BADA-CBFE56DAD7E0}"/>
          </ac:grpSpMkLst>
        </pc:grpChg>
        <pc:grpChg chg="add mod">
          <ac:chgData name="Shima Vosoogh" userId="3acbd08a00cb7bca" providerId="LiveId" clId="{E615FB81-C55B-47D6-AF0A-A58432AE256A}" dt="2026-08-04T01:01:48.698" v="662" actId="1076"/>
          <ac:grpSpMkLst>
            <pc:docMk/>
            <pc:sldMk cId="0" sldId="258"/>
            <ac:grpSpMk id="72" creationId="{22461AB0-8923-DC8B-06A7-39A0DEC83EF8}"/>
          </ac:grpSpMkLst>
        </pc:grpChg>
        <pc:grpChg chg="add del mod">
          <ac:chgData name="Shima Vosoogh" userId="3acbd08a00cb7bca" providerId="LiveId" clId="{E615FB81-C55B-47D6-AF0A-A58432AE256A}" dt="2026-08-04T00:56:59.919" v="647" actId="164"/>
          <ac:grpSpMkLst>
            <pc:docMk/>
            <pc:sldMk cId="0" sldId="258"/>
            <ac:grpSpMk id="73" creationId="{9DA85C3E-30D7-E9C5-6F6C-C23CD96D9FE4}"/>
          </ac:grpSpMkLst>
        </pc:grpChg>
        <pc:grpChg chg="mod">
          <ac:chgData name="Shima Vosoogh" userId="3acbd08a00cb7bca" providerId="LiveId" clId="{E615FB81-C55B-47D6-AF0A-A58432AE256A}" dt="2026-08-04T00:53:52.739" v="622"/>
          <ac:grpSpMkLst>
            <pc:docMk/>
            <pc:sldMk cId="0" sldId="258"/>
            <ac:grpSpMk id="74" creationId="{25BAD6AE-B95B-AA43-1BD7-E22864755419}"/>
          </ac:grpSpMkLst>
        </pc:grpChg>
        <pc:grpChg chg="add mod ord">
          <ac:chgData name="Shima Vosoogh" userId="3acbd08a00cb7bca" providerId="LiveId" clId="{E615FB81-C55B-47D6-AF0A-A58432AE256A}" dt="2026-08-04T00:56:59.919" v="647" actId="164"/>
          <ac:grpSpMkLst>
            <pc:docMk/>
            <pc:sldMk cId="0" sldId="258"/>
            <ac:grpSpMk id="81" creationId="{9044AD0C-4832-462E-698E-2CEABFE7B747}"/>
          </ac:grpSpMkLst>
        </pc:grpChg>
        <pc:grpChg chg="add mod">
          <ac:chgData name="Shima Vosoogh" userId="3acbd08a00cb7bca" providerId="LiveId" clId="{E615FB81-C55B-47D6-AF0A-A58432AE256A}" dt="2026-08-04T01:01:53.068" v="663" actId="1076"/>
          <ac:grpSpMkLst>
            <pc:docMk/>
            <pc:sldMk cId="0" sldId="258"/>
            <ac:grpSpMk id="82" creationId="{B7BD6E34-CDBA-92CA-8E1D-24F374F81605}"/>
          </ac:grpSpMkLst>
        </pc:grpChg>
        <pc:picChg chg="add del mod">
          <ac:chgData name="Shima Vosoogh" userId="3acbd08a00cb7bca" providerId="LiveId" clId="{E615FB81-C55B-47D6-AF0A-A58432AE256A}" dt="2026-08-04T00:58:17.803" v="652" actId="1076"/>
          <ac:picMkLst>
            <pc:docMk/>
            <pc:sldMk cId="0" sldId="258"/>
            <ac:picMk id="2" creationId="{00000000-0000-0000-0000-000000000000}"/>
          </ac:picMkLst>
        </pc:picChg>
        <pc:picChg chg="del">
          <ac:chgData name="Shima Vosoogh" userId="3acbd08a00cb7bca" providerId="LiveId" clId="{E615FB81-C55B-47D6-AF0A-A58432AE256A}" dt="2026-08-04T00:34:37.799" v="436" actId="478"/>
          <ac:picMkLst>
            <pc:docMk/>
            <pc:sldMk cId="0" sldId="258"/>
            <ac:picMk id="3" creationId="{00000000-0000-0000-0000-000000000000}"/>
          </ac:picMkLst>
        </pc:picChg>
        <pc:picChg chg="del mod">
          <ac:chgData name="Shima Vosoogh" userId="3acbd08a00cb7bca" providerId="LiveId" clId="{E615FB81-C55B-47D6-AF0A-A58432AE256A}" dt="2026-08-04T00:43:00.907" v="517" actId="478"/>
          <ac:picMkLst>
            <pc:docMk/>
            <pc:sldMk cId="0" sldId="258"/>
            <ac:picMk id="4" creationId="{00000000-0000-0000-0000-000000000000}"/>
          </ac:picMkLst>
        </pc:picChg>
        <pc:picChg chg="del">
          <ac:chgData name="Shima Vosoogh" userId="3acbd08a00cb7bca" providerId="LiveId" clId="{E615FB81-C55B-47D6-AF0A-A58432AE256A}" dt="2026-08-04T00:55:05.699" v="625" actId="478"/>
          <ac:picMkLst>
            <pc:docMk/>
            <pc:sldMk cId="0" sldId="258"/>
            <ac:picMk id="5" creationId="{00000000-0000-0000-0000-000000000000}"/>
          </ac:picMkLst>
        </pc:picChg>
        <pc:picChg chg="mod ord">
          <ac:chgData name="Shima Vosoogh" userId="3acbd08a00cb7bca" providerId="LiveId" clId="{E615FB81-C55B-47D6-AF0A-A58432AE256A}" dt="2026-08-04T00:38:31.796" v="479" actId="167"/>
          <ac:picMkLst>
            <pc:docMk/>
            <pc:sldMk cId="0" sldId="258"/>
            <ac:picMk id="7" creationId="{00000000-0000-0000-0000-000000000000}"/>
          </ac:picMkLst>
        </pc:picChg>
        <pc:picChg chg="del">
          <ac:chgData name="Shima Vosoogh" userId="3acbd08a00cb7bca" providerId="LiveId" clId="{E615FB81-C55B-47D6-AF0A-A58432AE256A}" dt="2026-08-04T00:43:04.966" v="519" actId="478"/>
          <ac:picMkLst>
            <pc:docMk/>
            <pc:sldMk cId="0" sldId="258"/>
            <ac:picMk id="11" creationId="{00000000-0000-0000-0000-000000000000}"/>
          </ac:picMkLst>
        </pc:picChg>
        <pc:picChg chg="mod">
          <ac:chgData name="Shima Vosoogh" userId="3acbd08a00cb7bca" providerId="LiveId" clId="{E615FB81-C55B-47D6-AF0A-A58432AE256A}" dt="2026-08-04T00:52:28.267" v="609" actId="164"/>
          <ac:picMkLst>
            <pc:docMk/>
            <pc:sldMk cId="0" sldId="258"/>
            <ac:picMk id="15" creationId="{00000000-0000-0000-0000-000000000000}"/>
          </ac:picMkLst>
        </pc:picChg>
        <pc:picChg chg="mod">
          <ac:chgData name="Shima Vosoogh" userId="3acbd08a00cb7bca" providerId="LiveId" clId="{E615FB81-C55B-47D6-AF0A-A58432AE256A}" dt="2026-08-04T00:38:10.897" v="474" actId="164"/>
          <ac:picMkLst>
            <pc:docMk/>
            <pc:sldMk cId="0" sldId="258"/>
            <ac:picMk id="18" creationId="{00000000-0000-0000-0000-000000000000}"/>
          </ac:picMkLst>
        </pc:picChg>
        <pc:picChg chg="mod ord">
          <ac:chgData name="Shima Vosoogh" userId="3acbd08a00cb7bca" providerId="LiveId" clId="{E615FB81-C55B-47D6-AF0A-A58432AE256A}" dt="2026-08-04T00:42:30.913" v="515"/>
          <ac:picMkLst>
            <pc:docMk/>
            <pc:sldMk cId="0" sldId="258"/>
            <ac:picMk id="22" creationId="{00000000-0000-0000-0000-000000000000}"/>
          </ac:picMkLst>
        </pc:picChg>
        <pc:picChg chg="mod">
          <ac:chgData name="Shima Vosoogh" userId="3acbd08a00cb7bca" providerId="LiveId" clId="{E615FB81-C55B-47D6-AF0A-A58432AE256A}" dt="2026-08-04T00:52:28.267" v="609" actId="164"/>
          <ac:picMkLst>
            <pc:docMk/>
            <pc:sldMk cId="0" sldId="258"/>
            <ac:picMk id="26" creationId="{00000000-0000-0000-0000-000000000000}"/>
          </ac:picMkLst>
        </pc:picChg>
        <pc:picChg chg="add mod ord">
          <ac:chgData name="Shima Vosoogh" userId="3acbd08a00cb7bca" providerId="LiveId" clId="{E615FB81-C55B-47D6-AF0A-A58432AE256A}" dt="2026-08-04T00:38:10.897" v="474" actId="164"/>
          <ac:picMkLst>
            <pc:docMk/>
            <pc:sldMk cId="0" sldId="258"/>
            <ac:picMk id="42" creationId="{59792A56-D606-3110-772A-CB02996A8E38}"/>
          </ac:picMkLst>
        </pc:picChg>
        <pc:picChg chg="mod">
          <ac:chgData name="Shima Vosoogh" userId="3acbd08a00cb7bca" providerId="LiveId" clId="{E615FB81-C55B-47D6-AF0A-A58432AE256A}" dt="2026-08-04T01:01:04.039" v="654" actId="1076"/>
          <ac:picMkLst>
            <pc:docMk/>
            <pc:sldMk cId="0" sldId="258"/>
            <ac:picMk id="50" creationId="{0B7E5E49-D836-2746-CD9C-C9E03B37095D}"/>
          </ac:picMkLst>
        </pc:picChg>
        <pc:picChg chg="mod">
          <ac:chgData name="Shima Vosoogh" userId="3acbd08a00cb7bca" providerId="LiveId" clId="{E615FB81-C55B-47D6-AF0A-A58432AE256A}" dt="2026-08-04T00:42:30.913" v="515"/>
          <ac:picMkLst>
            <pc:docMk/>
            <pc:sldMk cId="0" sldId="258"/>
            <ac:picMk id="54" creationId="{825A3958-DE1E-2469-60DB-CE44A124AE10}"/>
          </ac:picMkLst>
        </pc:picChg>
        <pc:picChg chg="mod">
          <ac:chgData name="Shima Vosoogh" userId="3acbd08a00cb7bca" providerId="LiveId" clId="{E615FB81-C55B-47D6-AF0A-A58432AE256A}" dt="2026-08-04T00:50:18.101" v="599"/>
          <ac:picMkLst>
            <pc:docMk/>
            <pc:sldMk cId="0" sldId="258"/>
            <ac:picMk id="59" creationId="{87639466-DE60-76F3-6A37-2F9FC287AAEA}"/>
          </ac:picMkLst>
        </pc:picChg>
        <pc:picChg chg="mod">
          <ac:chgData name="Shima Vosoogh" userId="3acbd08a00cb7bca" providerId="LiveId" clId="{E615FB81-C55B-47D6-AF0A-A58432AE256A}" dt="2026-08-04T00:50:18.101" v="599"/>
          <ac:picMkLst>
            <pc:docMk/>
            <pc:sldMk cId="0" sldId="258"/>
            <ac:picMk id="63" creationId="{F07AC09B-75D4-9B04-66C0-F8EF928B59AB}"/>
          </ac:picMkLst>
        </pc:picChg>
        <pc:picChg chg="add del mod">
          <ac:chgData name="Shima Vosoogh" userId="3acbd08a00cb7bca" providerId="LiveId" clId="{E615FB81-C55B-47D6-AF0A-A58432AE256A}" dt="2026-08-04T00:48:48.566" v="583" actId="478"/>
          <ac:picMkLst>
            <pc:docMk/>
            <pc:sldMk cId="0" sldId="258"/>
            <ac:picMk id="67" creationId="{3C1B6506-A165-1DB4-CD30-19B4116609C0}"/>
          </ac:picMkLst>
        </pc:picChg>
        <pc:picChg chg="add mod">
          <ac:chgData name="Shima Vosoogh" userId="3acbd08a00cb7bca" providerId="LiveId" clId="{E615FB81-C55B-47D6-AF0A-A58432AE256A}" dt="2026-08-04T00:48:36.669" v="579" actId="931"/>
          <ac:picMkLst>
            <pc:docMk/>
            <pc:sldMk cId="0" sldId="258"/>
            <ac:picMk id="69" creationId="{BB36BB7B-B2C4-FCA5-EFA2-7030D022DE47}"/>
          </ac:picMkLst>
        </pc:picChg>
        <pc:picChg chg="add mod">
          <ac:chgData name="Shima Vosoogh" userId="3acbd08a00cb7bca" providerId="LiveId" clId="{E615FB81-C55B-47D6-AF0A-A58432AE256A}" dt="2026-08-04T00:50:18.101" v="599"/>
          <ac:picMkLst>
            <pc:docMk/>
            <pc:sldMk cId="0" sldId="258"/>
            <ac:picMk id="71" creationId="{430BC1CE-6B5B-71BF-59D9-5D92C0E2698B}"/>
          </ac:picMkLst>
        </pc:picChg>
        <pc:picChg chg="mod">
          <ac:chgData name="Shima Vosoogh" userId="3acbd08a00cb7bca" providerId="LiveId" clId="{E615FB81-C55B-47D6-AF0A-A58432AE256A}" dt="2026-08-04T00:53:52.739" v="622"/>
          <ac:picMkLst>
            <pc:docMk/>
            <pc:sldMk cId="0" sldId="258"/>
            <ac:picMk id="76" creationId="{0F655F83-B207-4BD7-3176-BCB8E2518E74}"/>
          </ac:picMkLst>
        </pc:picChg>
        <pc:picChg chg="mod">
          <ac:chgData name="Shima Vosoogh" userId="3acbd08a00cb7bca" providerId="LiveId" clId="{E615FB81-C55B-47D6-AF0A-A58432AE256A}" dt="2026-08-04T00:53:52.739" v="622"/>
          <ac:picMkLst>
            <pc:docMk/>
            <pc:sldMk cId="0" sldId="258"/>
            <ac:picMk id="80" creationId="{0BA3CC05-748F-4350-560A-B3218FCEE193}"/>
          </ac:picMkLst>
        </pc:picChg>
      </pc:sldChg>
      <pc:sldChg chg="del">
        <pc:chgData name="Shima Vosoogh" userId="3acbd08a00cb7bca" providerId="LiveId" clId="{E615FB81-C55B-47D6-AF0A-A58432AE256A}" dt="2026-08-04T00:24:44.348" v="384" actId="2696"/>
        <pc:sldMkLst>
          <pc:docMk/>
          <pc:sldMk cId="0" sldId="259"/>
        </pc:sldMkLst>
      </pc:sldChg>
      <pc:sldChg chg="addSp delSp modSp new mod addAnim delAnim modAnim">
        <pc:chgData name="Shima Vosoogh" userId="3acbd08a00cb7bca" providerId="LiveId" clId="{E615FB81-C55B-47D6-AF0A-A58432AE256A}" dt="2026-08-05T02:55:37.701" v="795"/>
        <pc:sldMkLst>
          <pc:docMk/>
          <pc:sldMk cId="3769760781" sldId="260"/>
        </pc:sldMkLst>
        <pc:spChg chg="add del mod">
          <ac:chgData name="Shima Vosoogh" userId="3acbd08a00cb7bca" providerId="LiveId" clId="{E615FB81-C55B-47D6-AF0A-A58432AE256A}" dt="2026-08-05T01:26:43.124" v="725" actId="47"/>
          <ac:spMkLst>
            <pc:docMk/>
            <pc:sldMk cId="3769760781" sldId="260"/>
            <ac:spMk id="2" creationId="{C1F9B981-6A9F-DEC5-FFBE-C5036234BC8D}"/>
          </ac:spMkLst>
        </pc:spChg>
        <pc:spChg chg="add del mod">
          <ac:chgData name="Shima Vosoogh" userId="3acbd08a00cb7bca" providerId="LiveId" clId="{E615FB81-C55B-47D6-AF0A-A58432AE256A}" dt="2026-08-04T00:23:26.040" v="378" actId="478"/>
          <ac:spMkLst>
            <pc:docMk/>
            <pc:sldMk cId="3769760781" sldId="260"/>
            <ac:spMk id="3" creationId="{1572DCB8-7EEC-24F3-CF7E-3827A92A63FA}"/>
          </ac:spMkLst>
        </pc:spChg>
        <pc:spChg chg="add mod">
          <ac:chgData name="Shima Vosoogh" userId="3acbd08a00cb7bca" providerId="LiveId" clId="{E615FB81-C55B-47D6-AF0A-A58432AE256A}" dt="2026-08-05T01:27:11.229" v="729" actId="14100"/>
          <ac:spMkLst>
            <pc:docMk/>
            <pc:sldMk cId="3769760781" sldId="260"/>
            <ac:spMk id="5" creationId="{66076332-3E5D-F7DD-F043-981A3CD6AD19}"/>
          </ac:spMkLst>
        </pc:spChg>
        <pc:spChg chg="add mod">
          <ac:chgData name="Shima Vosoogh" userId="3acbd08a00cb7bca" providerId="LiveId" clId="{E615FB81-C55B-47D6-AF0A-A58432AE256A}" dt="2026-08-05T01:29:43.321" v="747" actId="14100"/>
          <ac:spMkLst>
            <pc:docMk/>
            <pc:sldMk cId="3769760781" sldId="260"/>
            <ac:spMk id="6" creationId="{F80DDFD9-4CF1-FA21-428F-259A6327E419}"/>
          </ac:spMkLst>
        </pc:spChg>
        <pc:spChg chg="add mod">
          <ac:chgData name="Shima Vosoogh" userId="3acbd08a00cb7bca" providerId="LiveId" clId="{E615FB81-C55B-47D6-AF0A-A58432AE256A}" dt="2026-08-04T00:23:58.580" v="381" actId="339"/>
          <ac:spMkLst>
            <pc:docMk/>
            <pc:sldMk cId="3769760781" sldId="260"/>
            <ac:spMk id="8" creationId="{27BBBDB9-0406-0411-6D0F-44F5654475B8}"/>
          </ac:spMkLst>
        </pc:spChg>
        <pc:spChg chg="add mod ord">
          <ac:chgData name="Shima Vosoogh" userId="3acbd08a00cb7bca" providerId="LiveId" clId="{E615FB81-C55B-47D6-AF0A-A58432AE256A}" dt="2026-08-05T01:29:52.962" v="749" actId="14100"/>
          <ac:spMkLst>
            <pc:docMk/>
            <pc:sldMk cId="3769760781" sldId="260"/>
            <ac:spMk id="9" creationId="{601AAF6A-5DD3-E0A0-DA81-85172EA8AC35}"/>
          </ac:spMkLst>
        </pc:spChg>
        <pc:graphicFrameChg chg="add mod">
          <ac:chgData name="Shima Vosoogh" userId="3acbd08a00cb7bca" providerId="LiveId" clId="{E615FB81-C55B-47D6-AF0A-A58432AE256A}" dt="2026-08-05T01:26:39.816" v="722"/>
          <ac:graphicFrameMkLst>
            <pc:docMk/>
            <pc:sldMk cId="3769760781" sldId="260"/>
            <ac:graphicFrameMk id="3" creationId="{37AFF949-64AE-1370-A212-164E776B60A0}"/>
          </ac:graphicFrameMkLst>
        </pc:graphicFrameChg>
        <pc:graphicFrameChg chg="add mod">
          <ac:chgData name="Shima Vosoogh" userId="3acbd08a00cb7bca" providerId="LiveId" clId="{E615FB81-C55B-47D6-AF0A-A58432AE256A}" dt="2026-08-05T01:26:56.390" v="726"/>
          <ac:graphicFrameMkLst>
            <pc:docMk/>
            <pc:sldMk cId="3769760781" sldId="260"/>
            <ac:graphicFrameMk id="4" creationId="{0F4ED1B4-1FF7-F2BC-8CEF-2A1331227735}"/>
          </ac:graphicFrameMkLst>
        </pc:graphicFrameChg>
        <pc:graphicFrameChg chg="add mod modGraphic">
          <ac:chgData name="Shima Vosoogh" userId="3acbd08a00cb7bca" providerId="LiveId" clId="{E615FB81-C55B-47D6-AF0A-A58432AE256A}" dt="2026-08-05T02:21:33.634" v="754" actId="12385"/>
          <ac:graphicFrameMkLst>
            <pc:docMk/>
            <pc:sldMk cId="3769760781" sldId="260"/>
            <ac:graphicFrameMk id="7" creationId="{0CC33875-1600-4159-565F-558611128F22}"/>
          </ac:graphicFrameMkLst>
        </pc:graphicFrameChg>
      </pc:sldChg>
      <pc:sldChg chg="addSp modSp new mod">
        <pc:chgData name="Shima Vosoogh" userId="3acbd08a00cb7bca" providerId="LiveId" clId="{E615FB81-C55B-47D6-AF0A-A58432AE256A}" dt="2026-08-04T00:26:27.117" v="397" actId="108"/>
        <pc:sldMkLst>
          <pc:docMk/>
          <pc:sldMk cId="2444755467" sldId="261"/>
        </pc:sldMkLst>
        <pc:spChg chg="add mod">
          <ac:chgData name="Shima Vosoogh" userId="3acbd08a00cb7bca" providerId="LiveId" clId="{E615FB81-C55B-47D6-AF0A-A58432AE256A}" dt="2026-08-04T00:25:26.462" v="391" actId="339"/>
          <ac:spMkLst>
            <pc:docMk/>
            <pc:sldMk cId="2444755467" sldId="261"/>
            <ac:spMk id="3" creationId="{F533BC5E-A72A-D368-C8D4-E34040144E5D}"/>
          </ac:spMkLst>
        </pc:spChg>
        <pc:spChg chg="add mod">
          <ac:chgData name="Shima Vosoogh" userId="3acbd08a00cb7bca" providerId="LiveId" clId="{E615FB81-C55B-47D6-AF0A-A58432AE256A}" dt="2026-08-04T00:25:56.280" v="394" actId="14100"/>
          <ac:spMkLst>
            <pc:docMk/>
            <pc:sldMk cId="2444755467" sldId="261"/>
            <ac:spMk id="5" creationId="{74BC50E1-E6FD-6FC7-AE41-ADDD084DBAE8}"/>
          </ac:spMkLst>
        </pc:spChg>
        <pc:spChg chg="add mod">
          <ac:chgData name="Shima Vosoogh" userId="3acbd08a00cb7bca" providerId="LiveId" clId="{E615FB81-C55B-47D6-AF0A-A58432AE256A}" dt="2026-08-04T00:26:27.117" v="397" actId="108"/>
          <ac:spMkLst>
            <pc:docMk/>
            <pc:sldMk cId="2444755467" sldId="261"/>
            <ac:spMk id="7" creationId="{23AEFFDA-4406-9F44-59B0-1EC7A1F1EF6D}"/>
          </ac:spMkLst>
        </pc:spChg>
      </pc:sldChg>
      <pc:sldChg chg="addSp modSp new mod">
        <pc:chgData name="Shima Vosoogh" userId="3acbd08a00cb7bca" providerId="LiveId" clId="{E615FB81-C55B-47D6-AF0A-A58432AE256A}" dt="2026-08-04T00:27:24.106" v="401" actId="108"/>
        <pc:sldMkLst>
          <pc:docMk/>
          <pc:sldMk cId="2526746604" sldId="262"/>
        </pc:sldMkLst>
        <pc:spChg chg="add mod">
          <ac:chgData name="Shima Vosoogh" userId="3acbd08a00cb7bca" providerId="LiveId" clId="{E615FB81-C55B-47D6-AF0A-A58432AE256A}" dt="2026-08-04T00:27:24.106" v="401" actId="108"/>
          <ac:spMkLst>
            <pc:docMk/>
            <pc:sldMk cId="2526746604" sldId="262"/>
            <ac:spMk id="3" creationId="{F7F89C85-E155-ADBC-CDA7-5CD16875EFA6}"/>
          </ac:spMkLst>
        </pc:spChg>
      </pc:sldChg>
      <pc:sldChg chg="addSp modSp new mod">
        <pc:chgData name="Shima Vosoogh" userId="3acbd08a00cb7bca" providerId="LiveId" clId="{E615FB81-C55B-47D6-AF0A-A58432AE256A}" dt="2026-08-04T00:29:03.282" v="413" actId="108"/>
        <pc:sldMkLst>
          <pc:docMk/>
          <pc:sldMk cId="4221627265" sldId="263"/>
        </pc:sldMkLst>
        <pc:spChg chg="add mod">
          <ac:chgData name="Shima Vosoogh" userId="3acbd08a00cb7bca" providerId="LiveId" clId="{E615FB81-C55B-47D6-AF0A-A58432AE256A}" dt="2026-08-04T00:29:03.282" v="413" actId="108"/>
          <ac:spMkLst>
            <pc:docMk/>
            <pc:sldMk cId="4221627265" sldId="263"/>
            <ac:spMk id="3" creationId="{694065CE-A959-BEC2-AA15-151D1FF71326}"/>
          </ac:spMkLst>
        </pc:spChg>
      </pc:sldChg>
      <pc:sldChg chg="delSp new del mod">
        <pc:chgData name="Shima Vosoogh" userId="3acbd08a00cb7bca" providerId="LiveId" clId="{E615FB81-C55B-47D6-AF0A-A58432AE256A}" dt="2026-08-05T03:19:44.843" v="800" actId="2696"/>
        <pc:sldMkLst>
          <pc:docMk/>
          <pc:sldMk cId="1369188567" sldId="264"/>
        </pc:sldMkLst>
        <pc:spChg chg="del">
          <ac:chgData name="Shima Vosoogh" userId="3acbd08a00cb7bca" providerId="LiveId" clId="{E615FB81-C55B-47D6-AF0A-A58432AE256A}" dt="2026-08-05T03:19:16.602" v="797" actId="478"/>
          <ac:spMkLst>
            <pc:docMk/>
            <pc:sldMk cId="1369188567" sldId="264"/>
            <ac:spMk id="2" creationId="{BAEE4745-9FAA-2478-1C7F-16412C274054}"/>
          </ac:spMkLst>
        </pc:spChg>
        <pc:spChg chg="del">
          <ac:chgData name="Shima Vosoogh" userId="3acbd08a00cb7bca" providerId="LiveId" clId="{E615FB81-C55B-47D6-AF0A-A58432AE256A}" dt="2026-08-05T03:19:19.348" v="798" actId="478"/>
          <ac:spMkLst>
            <pc:docMk/>
            <pc:sldMk cId="1369188567" sldId="264"/>
            <ac:spMk id="3" creationId="{9E9BF136-1CE9-FE35-3A31-51349557F0EF}"/>
          </ac:spMkLst>
        </pc:spChg>
      </pc:sldChg>
      <pc:sldChg chg="addSp delSp modSp add mod setBg">
        <pc:chgData name="Shima Vosoogh" userId="3acbd08a00cb7bca" providerId="LiveId" clId="{E615FB81-C55B-47D6-AF0A-A58432AE256A}" dt="2026-08-05T03:24:45.635" v="960" actId="478"/>
        <pc:sldMkLst>
          <pc:docMk/>
          <pc:sldMk cId="0" sldId="265"/>
        </pc:sldMkLst>
        <pc:spChg chg="mod">
          <ac:chgData name="Shima Vosoogh" userId="3acbd08a00cb7bca" providerId="LiveId" clId="{E615FB81-C55B-47D6-AF0A-A58432AE256A}" dt="2026-08-05T03:22:41.267" v="882" actId="113"/>
          <ac:spMkLst>
            <pc:docMk/>
            <pc:sldMk cId="0" sldId="265"/>
            <ac:spMk id="20" creationId="{00000000-0000-0000-0000-000000000000}"/>
          </ac:spMkLst>
        </pc:spChg>
        <pc:spChg chg="mod">
          <ac:chgData name="Shima Vosoogh" userId="3acbd08a00cb7bca" providerId="LiveId" clId="{E615FB81-C55B-47D6-AF0A-A58432AE256A}" dt="2026-08-05T03:23:53.789" v="913" actId="14100"/>
          <ac:spMkLst>
            <pc:docMk/>
            <pc:sldMk cId="0" sldId="265"/>
            <ac:spMk id="22" creationId="{00000000-0000-0000-0000-000000000000}"/>
          </ac:spMkLst>
        </pc:spChg>
        <pc:spChg chg="mod">
          <ac:chgData name="Shima Vosoogh" userId="3acbd08a00cb7bca" providerId="LiveId" clId="{E615FB81-C55B-47D6-AF0A-A58432AE256A}" dt="2026-08-05T03:24:31.165" v="959" actId="113"/>
          <ac:spMkLst>
            <pc:docMk/>
            <pc:sldMk cId="0" sldId="265"/>
            <ac:spMk id="24" creationId="{00000000-0000-0000-0000-000000000000}"/>
          </ac:spMkLst>
        </pc:spChg>
        <pc:spChg chg="mod">
          <ac:chgData name="Shima Vosoogh" userId="3acbd08a00cb7bca" providerId="LiveId" clId="{E615FB81-C55B-47D6-AF0A-A58432AE256A}" dt="2026-08-05T03:20:22.120" v="815" actId="14100"/>
          <ac:spMkLst>
            <pc:docMk/>
            <pc:sldMk cId="0" sldId="265"/>
            <ac:spMk id="31" creationId="{00000000-0000-0000-0000-000000000000}"/>
          </ac:spMkLst>
        </pc:spChg>
        <pc:spChg chg="mod">
          <ac:chgData name="Shima Vosoogh" userId="3acbd08a00cb7bca" providerId="LiveId" clId="{E615FB81-C55B-47D6-AF0A-A58432AE256A}" dt="2026-08-05T03:22:08.477" v="855" actId="20577"/>
          <ac:spMkLst>
            <pc:docMk/>
            <pc:sldMk cId="0" sldId="265"/>
            <ac:spMk id="34" creationId="{00000000-0000-0000-0000-000000000000}"/>
          </ac:spMkLst>
        </pc:spChg>
        <pc:spChg chg="mod">
          <ac:chgData name="Shima Vosoogh" userId="3acbd08a00cb7bca" providerId="LiveId" clId="{E615FB81-C55B-47D6-AF0A-A58432AE256A}" dt="2026-08-05T03:21:12.974" v="847" actId="20577"/>
          <ac:spMkLst>
            <pc:docMk/>
            <pc:sldMk cId="0" sldId="265"/>
            <ac:spMk id="37" creationId="{00000000-0000-0000-0000-000000000000}"/>
          </ac:spMkLst>
        </pc:spChg>
        <pc:spChg chg="del">
          <ac:chgData name="Shima Vosoogh" userId="3acbd08a00cb7bca" providerId="LiveId" clId="{E615FB81-C55B-47D6-AF0A-A58432AE256A}" dt="2026-08-05T03:21:20.708" v="848" actId="478"/>
          <ac:spMkLst>
            <pc:docMk/>
            <pc:sldMk cId="0" sldId="265"/>
            <ac:spMk id="38" creationId="{00000000-0000-0000-0000-000000000000}"/>
          </ac:spMkLst>
        </pc:spChg>
        <pc:picChg chg="del">
          <ac:chgData name="Shima Vosoogh" userId="3acbd08a00cb7bca" providerId="LiveId" clId="{E615FB81-C55B-47D6-AF0A-A58432AE256A}" dt="2026-08-05T03:24:45.635" v="960" actId="478"/>
          <ac:picMkLst>
            <pc:docMk/>
            <pc:sldMk cId="0" sldId="265"/>
            <ac:picMk id="6" creationId="{00000000-0000-0000-0000-000000000000}"/>
          </ac:picMkLst>
        </pc:picChg>
        <pc:picChg chg="del">
          <ac:chgData name="Shima Vosoogh" userId="3acbd08a00cb7bca" providerId="LiveId" clId="{E615FB81-C55B-47D6-AF0A-A58432AE256A}" dt="2026-08-05T03:21:32.611" v="849" actId="478"/>
          <ac:picMkLst>
            <pc:docMk/>
            <pc:sldMk cId="0" sldId="265"/>
            <ac:picMk id="33" creationId="{00000000-0000-0000-0000-000000000000}"/>
          </ac:picMkLst>
        </pc:picChg>
        <pc:picChg chg="add mod">
          <ac:chgData name="Shima Vosoogh" userId="3acbd08a00cb7bca" providerId="LiveId" clId="{E615FB81-C55B-47D6-AF0A-A58432AE256A}" dt="2026-08-05T03:21:47.278" v="852" actId="1076"/>
          <ac:picMkLst>
            <pc:docMk/>
            <pc:sldMk cId="0" sldId="265"/>
            <ac:picMk id="40" creationId="{E3834C8E-3A3A-D1F3-8035-905BC37BF66B}"/>
          </ac:picMkLst>
        </pc:picChg>
        <pc:picChg chg="add mod">
          <ac:chgData name="Shima Vosoogh" userId="3acbd08a00cb7bca" providerId="LiveId" clId="{E615FB81-C55B-47D6-AF0A-A58432AE256A}" dt="2026-08-05T03:21:54.089" v="854" actId="1076"/>
          <ac:picMkLst>
            <pc:docMk/>
            <pc:sldMk cId="0" sldId="265"/>
            <ac:picMk id="42" creationId="{E6F247EA-7D00-82C6-14A8-2043AC92ACE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D1FD6F-1D4E-4F34-91FF-3493CCE92423}" type="datetimeFigureOut">
              <a:rPr lang="en-CA" smtClean="0"/>
              <a:t>2026-08-04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3BC763-36EC-4511-8562-2271B5420D4F}" type="slidenum">
              <a:rPr lang="en-CA" smtClean="0"/>
              <a:t>‹#›</a:t>
            </a:fld>
            <a:endParaRPr lang="en-CA"/>
          </a:p>
        </p:txBody>
      </p:sp>
    </p:spTree>
    <p:extLst>
      <p:ext uri="{BB962C8B-B14F-4D97-AF65-F5344CB8AC3E}">
        <p14:creationId xmlns:p14="http://schemas.microsoft.com/office/powerpoint/2010/main" val="3776885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1</a:t>
            </a:fld>
            <a:endParaRPr lang="en-CA"/>
          </a:p>
        </p:txBody>
      </p:sp>
    </p:spTree>
    <p:extLst>
      <p:ext uri="{BB962C8B-B14F-4D97-AF65-F5344CB8AC3E}">
        <p14:creationId xmlns:p14="http://schemas.microsoft.com/office/powerpoint/2010/main" val="2386462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F3BC763-36EC-4511-8562-2271B5420D4F}" type="slidenum">
              <a:rPr lang="en-CA" smtClean="0"/>
              <a:t>3</a:t>
            </a:fld>
            <a:endParaRPr lang="en-CA"/>
          </a:p>
        </p:txBody>
      </p:sp>
    </p:spTree>
    <p:extLst>
      <p:ext uri="{BB962C8B-B14F-4D97-AF65-F5344CB8AC3E}">
        <p14:creationId xmlns:p14="http://schemas.microsoft.com/office/powerpoint/2010/main" val="3093265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9334500" y="-1143000"/>
            <a:ext cx="4000500" cy="4000500"/>
          </a:xfrm>
          <a:prstGeom prst="rect">
            <a:avLst/>
          </a:prstGeom>
        </p:spPr>
      </p:pic>
      <p:pic>
        <p:nvPicPr>
          <p:cNvPr id="4" name="Picture 3" descr="image.png"/>
          <p:cNvPicPr>
            <a:picLocks noChangeAspect="1"/>
          </p:cNvPicPr>
          <p:nvPr/>
        </p:nvPicPr>
        <p:blipFill>
          <a:blip r:embed="rId5"/>
          <a:stretch>
            <a:fillRect/>
          </a:stretch>
        </p:blipFill>
        <p:spPr>
          <a:xfrm>
            <a:off x="-952500" y="3714750"/>
            <a:ext cx="4572000" cy="4572000"/>
          </a:xfrm>
          <a:prstGeom prst="rect">
            <a:avLst/>
          </a:prstGeom>
        </p:spPr>
      </p:pic>
      <p:pic>
        <p:nvPicPr>
          <p:cNvPr id="5" name="Picture 4" descr="image.png"/>
          <p:cNvPicPr>
            <a:picLocks noChangeAspect="1"/>
          </p:cNvPicPr>
          <p:nvPr/>
        </p:nvPicPr>
        <p:blipFill>
          <a:blip r:embed="rId6"/>
          <a:stretch>
            <a:fillRect/>
          </a:stretch>
        </p:blipFill>
        <p:spPr>
          <a:xfrm>
            <a:off x="609600" y="5800576"/>
            <a:ext cx="10972800" cy="523875"/>
          </a:xfrm>
          <a:prstGeom prst="rect">
            <a:avLst/>
          </a:prstGeom>
        </p:spPr>
      </p:pic>
      <p:pic>
        <p:nvPicPr>
          <p:cNvPr id="7" name="Picture 6" descr="image.png"/>
          <p:cNvPicPr>
            <a:picLocks noChangeAspect="1"/>
          </p:cNvPicPr>
          <p:nvPr/>
        </p:nvPicPr>
        <p:blipFill>
          <a:blip r:embed="rId7"/>
          <a:stretch>
            <a:fillRect/>
          </a:stretch>
        </p:blipFill>
        <p:spPr>
          <a:xfrm>
            <a:off x="609600" y="5981551"/>
            <a:ext cx="3555950" cy="342900"/>
          </a:xfrm>
          <a:prstGeom prst="rect">
            <a:avLst/>
          </a:prstGeom>
        </p:spPr>
      </p:pic>
      <p:pic>
        <p:nvPicPr>
          <p:cNvPr id="8" name="Picture 7" descr="image.png"/>
          <p:cNvPicPr>
            <a:picLocks noChangeAspect="1"/>
          </p:cNvPicPr>
          <p:nvPr/>
        </p:nvPicPr>
        <p:blipFill>
          <a:blip r:embed="rId8"/>
          <a:stretch>
            <a:fillRect/>
          </a:stretch>
        </p:blipFill>
        <p:spPr>
          <a:xfrm>
            <a:off x="4317950" y="5981551"/>
            <a:ext cx="3555950" cy="342900"/>
          </a:xfrm>
          <a:prstGeom prst="rect">
            <a:avLst/>
          </a:prstGeom>
        </p:spPr>
      </p:pic>
      <p:pic>
        <p:nvPicPr>
          <p:cNvPr id="9" name="Picture 8" descr="image.png"/>
          <p:cNvPicPr>
            <a:picLocks noChangeAspect="1"/>
          </p:cNvPicPr>
          <p:nvPr/>
        </p:nvPicPr>
        <p:blipFill>
          <a:blip r:embed="rId9"/>
          <a:stretch>
            <a:fillRect/>
          </a:stretch>
        </p:blipFill>
        <p:spPr>
          <a:xfrm>
            <a:off x="8026300" y="5981551"/>
            <a:ext cx="3556099" cy="342900"/>
          </a:xfrm>
          <a:prstGeom prst="rect">
            <a:avLst/>
          </a:prstGeom>
        </p:spPr>
      </p:pic>
      <p:pic>
        <p:nvPicPr>
          <p:cNvPr id="10" name="Picture 9" descr="image.png"/>
          <p:cNvPicPr>
            <a:picLocks noChangeAspect="1"/>
          </p:cNvPicPr>
          <p:nvPr/>
        </p:nvPicPr>
        <p:blipFill>
          <a:blip r:embed="rId10"/>
          <a:stretch>
            <a:fillRect/>
          </a:stretch>
        </p:blipFill>
        <p:spPr>
          <a:xfrm>
            <a:off x="609600" y="4154685"/>
            <a:ext cx="3555950" cy="723900"/>
          </a:xfrm>
          <a:prstGeom prst="rect">
            <a:avLst/>
          </a:prstGeom>
        </p:spPr>
      </p:pic>
      <p:pic>
        <p:nvPicPr>
          <p:cNvPr id="11" name="Picture 10" descr="image.png"/>
          <p:cNvPicPr>
            <a:picLocks noChangeAspect="1"/>
          </p:cNvPicPr>
          <p:nvPr/>
        </p:nvPicPr>
        <p:blipFill>
          <a:blip r:embed="rId11"/>
          <a:stretch>
            <a:fillRect/>
          </a:stretch>
        </p:blipFill>
        <p:spPr>
          <a:xfrm>
            <a:off x="4317950" y="4154685"/>
            <a:ext cx="3555950" cy="723900"/>
          </a:xfrm>
          <a:prstGeom prst="rect">
            <a:avLst/>
          </a:prstGeom>
        </p:spPr>
      </p:pic>
      <p:pic>
        <p:nvPicPr>
          <p:cNvPr id="12" name="Picture 11" descr="image.png"/>
          <p:cNvPicPr>
            <a:picLocks noChangeAspect="1"/>
          </p:cNvPicPr>
          <p:nvPr/>
        </p:nvPicPr>
        <p:blipFill>
          <a:blip r:embed="rId12"/>
          <a:stretch>
            <a:fillRect/>
          </a:stretch>
        </p:blipFill>
        <p:spPr>
          <a:xfrm>
            <a:off x="8026300" y="4154685"/>
            <a:ext cx="3556099" cy="723900"/>
          </a:xfrm>
          <a:prstGeom prst="rect">
            <a:avLst/>
          </a:prstGeom>
        </p:spPr>
      </p:pic>
      <p:sp>
        <p:nvSpPr>
          <p:cNvPr id="13" name="TextBox 12"/>
          <p:cNvSpPr txBox="1"/>
          <p:nvPr/>
        </p:nvSpPr>
        <p:spPr>
          <a:xfrm>
            <a:off x="609600" y="1864965"/>
            <a:ext cx="11521440" cy="586680"/>
          </a:xfrm>
          <a:prstGeom prst="rect">
            <a:avLst/>
          </a:prstGeom>
          <a:noFill/>
        </p:spPr>
        <p:txBody>
          <a:bodyPr wrap="square" lIns="0" tIns="0" rIns="0" bIns="0" anchor="t">
            <a:spAutoFit/>
          </a:bodyPr>
          <a:lstStyle/>
          <a:p>
            <a:pPr algn="l">
              <a:lnSpc>
                <a:spcPts val="4620"/>
              </a:lnSpc>
            </a:pPr>
            <a:r>
              <a:rPr sz="4200" b="0" i="0" u="none">
                <a:solidFill>
                  <a:srgbClr val="0F172A"/>
                </a:solidFill>
                <a:latin typeface="Poppins ExtraBold"/>
              </a:rPr>
              <a:t>AI Coding Assistants</a:t>
            </a:r>
          </a:p>
        </p:txBody>
      </p:sp>
      <p:sp>
        <p:nvSpPr>
          <p:cNvPr id="14" name="TextBox 13"/>
          <p:cNvSpPr txBox="1"/>
          <p:nvPr/>
        </p:nvSpPr>
        <p:spPr>
          <a:xfrm>
            <a:off x="609600" y="2565945"/>
            <a:ext cx="10972800" cy="295275"/>
          </a:xfrm>
          <a:prstGeom prst="rect">
            <a:avLst/>
          </a:prstGeom>
          <a:noFill/>
        </p:spPr>
        <p:txBody>
          <a:bodyPr wrap="square" lIns="0" tIns="0" rIns="0" bIns="0" anchor="ctr">
            <a:spAutoFit/>
          </a:bodyPr>
          <a:lstStyle/>
          <a:p>
            <a:pPr algn="l"/>
            <a:r>
              <a:rPr sz="1950" b="0" i="0" u="none">
                <a:solidFill>
                  <a:srgbClr val="1E3A8A"/>
                </a:solidFill>
                <a:latin typeface="Inter SemiBold"/>
              </a:rPr>
              <a:t>Transforming Software Development</a:t>
            </a:r>
          </a:p>
        </p:txBody>
      </p:sp>
      <p:sp>
        <p:nvSpPr>
          <p:cNvPr id="15" name="TextBox 14"/>
          <p:cNvSpPr txBox="1"/>
          <p:nvPr/>
        </p:nvSpPr>
        <p:spPr>
          <a:xfrm>
            <a:off x="866775" y="3878460"/>
            <a:ext cx="10715625" cy="161925"/>
          </a:xfrm>
          <a:prstGeom prst="rect">
            <a:avLst/>
          </a:prstGeom>
          <a:noFill/>
        </p:spPr>
        <p:txBody>
          <a:bodyPr wrap="square" lIns="0" tIns="0" rIns="0" bIns="0" anchor="ctr">
            <a:spAutoFit/>
          </a:bodyPr>
          <a:lstStyle/>
          <a:p>
            <a:pPr algn="l"/>
            <a:r>
              <a:rPr sz="1050" b="1" i="0" u="none">
                <a:solidFill>
                  <a:srgbClr val="1E3A8A"/>
                </a:solidFill>
                <a:latin typeface="Inter"/>
              </a:rPr>
              <a:t>PRESENTED BY</a:t>
            </a:r>
          </a:p>
        </p:txBody>
      </p:sp>
      <p:pic>
        <p:nvPicPr>
          <p:cNvPr id="16" name="Picture 15" descr="image.png"/>
          <p:cNvPicPr>
            <a:picLocks noChangeAspect="1"/>
          </p:cNvPicPr>
          <p:nvPr/>
        </p:nvPicPr>
        <p:blipFill>
          <a:blip r:embed="rId13"/>
          <a:stretch>
            <a:fillRect/>
          </a:stretch>
        </p:blipFill>
        <p:spPr>
          <a:xfrm>
            <a:off x="771525" y="633412"/>
            <a:ext cx="176212" cy="133350"/>
          </a:xfrm>
          <a:prstGeom prst="rect">
            <a:avLst/>
          </a:prstGeom>
        </p:spPr>
      </p:pic>
      <p:sp>
        <p:nvSpPr>
          <p:cNvPr id="17" name="Rounded Rectangle 16"/>
          <p:cNvSpPr/>
          <p:nvPr/>
        </p:nvSpPr>
        <p:spPr>
          <a:xfrm>
            <a:off x="609600" y="2861220"/>
            <a:ext cx="304800" cy="28575"/>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14"/>
          <a:stretch>
            <a:fillRect/>
          </a:stretch>
        </p:blipFill>
        <p:spPr>
          <a:xfrm>
            <a:off x="609600" y="3892748"/>
            <a:ext cx="180975" cy="133350"/>
          </a:xfrm>
          <a:prstGeom prst="rect">
            <a:avLst/>
          </a:prstGeom>
        </p:spPr>
      </p:pic>
      <p:pic>
        <p:nvPicPr>
          <p:cNvPr id="19" name="Picture 18" descr="image.png"/>
          <p:cNvPicPr>
            <a:picLocks noChangeAspect="1"/>
          </p:cNvPicPr>
          <p:nvPr/>
        </p:nvPicPr>
        <p:blipFill>
          <a:blip r:embed="rId15"/>
          <a:stretch>
            <a:fillRect/>
          </a:stretch>
        </p:blipFill>
        <p:spPr>
          <a:xfrm>
            <a:off x="609600" y="5981551"/>
            <a:ext cx="342900" cy="342900"/>
          </a:xfrm>
          <a:prstGeom prst="rect">
            <a:avLst/>
          </a:prstGeom>
        </p:spPr>
      </p:pic>
      <p:sp>
        <p:nvSpPr>
          <p:cNvPr id="20" name="TextBox 19"/>
          <p:cNvSpPr txBox="1"/>
          <p:nvPr/>
        </p:nvSpPr>
        <p:spPr>
          <a:xfrm>
            <a:off x="1066800" y="6005363"/>
            <a:ext cx="1457325" cy="184666"/>
          </a:xfrm>
          <a:prstGeom prst="rect">
            <a:avLst/>
          </a:prstGeom>
          <a:noFill/>
        </p:spPr>
        <p:txBody>
          <a:bodyPr wrap="square" lIns="0" tIns="0" rIns="0" bIns="0" anchor="t">
            <a:spAutoFit/>
          </a:bodyPr>
          <a:lstStyle/>
          <a:p>
            <a:pPr algn="l"/>
            <a:r>
              <a:rPr sz="1200" b="0" i="0" u="none" dirty="0">
                <a:solidFill>
                  <a:srgbClr val="64748B"/>
                </a:solidFill>
                <a:latin typeface="Inter SemiBold"/>
              </a:rPr>
              <a:t>Course</a:t>
            </a:r>
            <a:r>
              <a:rPr sz="1200" b="0" i="0" u="none" dirty="0">
                <a:solidFill>
                  <a:srgbClr val="0F172A"/>
                </a:solidFill>
                <a:latin typeface="Inter"/>
              </a:rPr>
              <a:t> </a:t>
            </a:r>
            <a:r>
              <a:rPr lang="en-US" sz="1200" b="1" dirty="0">
                <a:solidFill>
                  <a:srgbClr val="0F172A"/>
                </a:solidFill>
                <a:latin typeface="Inter SemiBold"/>
              </a:rPr>
              <a:t>CEP146</a:t>
            </a:r>
            <a:endParaRPr sz="1200" b="1" i="0" u="none" dirty="0">
              <a:solidFill>
                <a:srgbClr val="0F172A"/>
              </a:solidFill>
              <a:latin typeface="Inter SemiBold"/>
            </a:endParaRPr>
          </a:p>
        </p:txBody>
      </p:sp>
      <p:pic>
        <p:nvPicPr>
          <p:cNvPr id="21" name="Picture 20" descr="image.png"/>
          <p:cNvPicPr>
            <a:picLocks noChangeAspect="1"/>
          </p:cNvPicPr>
          <p:nvPr/>
        </p:nvPicPr>
        <p:blipFill>
          <a:blip r:embed="rId16"/>
          <a:stretch>
            <a:fillRect/>
          </a:stretch>
        </p:blipFill>
        <p:spPr>
          <a:xfrm>
            <a:off x="4317950" y="5981551"/>
            <a:ext cx="342900" cy="342900"/>
          </a:xfrm>
          <a:prstGeom prst="rect">
            <a:avLst/>
          </a:prstGeom>
        </p:spPr>
      </p:pic>
      <p:sp>
        <p:nvSpPr>
          <p:cNvPr id="22" name="TextBox 21"/>
          <p:cNvSpPr txBox="1"/>
          <p:nvPr/>
        </p:nvSpPr>
        <p:spPr>
          <a:xfrm>
            <a:off x="4775150" y="6005363"/>
            <a:ext cx="2362250" cy="184666"/>
          </a:xfrm>
          <a:prstGeom prst="rect">
            <a:avLst/>
          </a:prstGeom>
          <a:noFill/>
        </p:spPr>
        <p:txBody>
          <a:bodyPr wrap="square" lIns="0" tIns="0" rIns="0" bIns="0" anchor="t">
            <a:spAutoFit/>
          </a:bodyPr>
          <a:lstStyle/>
          <a:p>
            <a:r>
              <a:rPr sz="1200" b="0" i="0" u="none" dirty="0">
                <a:solidFill>
                  <a:srgbClr val="64748B"/>
                </a:solidFill>
                <a:latin typeface="Inter SemiBold"/>
              </a:rPr>
              <a:t>Instructor</a:t>
            </a:r>
            <a:r>
              <a:rPr sz="1200" b="0" i="0" u="none" dirty="0">
                <a:solidFill>
                  <a:srgbClr val="0F172A"/>
                </a:solidFill>
                <a:latin typeface="Inter"/>
              </a:rPr>
              <a:t> </a:t>
            </a:r>
            <a:r>
              <a:rPr lang="en-US" sz="1200" b="1" dirty="0">
                <a:solidFill>
                  <a:srgbClr val="0F172A"/>
                </a:solidFill>
                <a:latin typeface="Inter SemiBold"/>
              </a:rPr>
              <a:t>Professor </a:t>
            </a:r>
            <a:r>
              <a:rPr lang="en-CA" sz="1200" b="1" dirty="0"/>
              <a:t>Raymond Wong</a:t>
            </a:r>
            <a:endParaRPr sz="1200" b="1" i="0" u="none" dirty="0">
              <a:solidFill>
                <a:srgbClr val="0F172A"/>
              </a:solidFill>
              <a:latin typeface="Inter SemiBold"/>
            </a:endParaRPr>
          </a:p>
        </p:txBody>
      </p:sp>
      <p:pic>
        <p:nvPicPr>
          <p:cNvPr id="23" name="Picture 22" descr="image.png"/>
          <p:cNvPicPr>
            <a:picLocks noChangeAspect="1"/>
          </p:cNvPicPr>
          <p:nvPr/>
        </p:nvPicPr>
        <p:blipFill>
          <a:blip r:embed="rId17"/>
          <a:stretch>
            <a:fillRect/>
          </a:stretch>
        </p:blipFill>
        <p:spPr>
          <a:xfrm>
            <a:off x="8026300" y="5981551"/>
            <a:ext cx="342900" cy="342900"/>
          </a:xfrm>
          <a:prstGeom prst="rect">
            <a:avLst/>
          </a:prstGeom>
        </p:spPr>
      </p:pic>
      <p:sp>
        <p:nvSpPr>
          <p:cNvPr id="24" name="TextBox 23"/>
          <p:cNvSpPr txBox="1"/>
          <p:nvPr/>
        </p:nvSpPr>
        <p:spPr>
          <a:xfrm>
            <a:off x="8483500" y="6005363"/>
            <a:ext cx="1266825" cy="184666"/>
          </a:xfrm>
          <a:prstGeom prst="rect">
            <a:avLst/>
          </a:prstGeom>
          <a:noFill/>
        </p:spPr>
        <p:txBody>
          <a:bodyPr wrap="square" lIns="0" tIns="0" rIns="0" bIns="0" anchor="t">
            <a:spAutoFit/>
          </a:bodyPr>
          <a:lstStyle/>
          <a:p>
            <a:pPr algn="l"/>
            <a:r>
              <a:rPr sz="1200" b="0" i="0" u="none" dirty="0">
                <a:solidFill>
                  <a:srgbClr val="64748B"/>
                </a:solidFill>
                <a:latin typeface="Inter SemiBold"/>
              </a:rPr>
              <a:t>Date</a:t>
            </a:r>
            <a:r>
              <a:rPr sz="1200" b="0" i="0" u="none" dirty="0">
                <a:solidFill>
                  <a:srgbClr val="0F172A"/>
                </a:solidFill>
                <a:latin typeface="Inter"/>
              </a:rPr>
              <a:t> </a:t>
            </a:r>
            <a:r>
              <a:rPr lang="en-US" sz="1200" b="1" i="0" u="none" dirty="0">
                <a:solidFill>
                  <a:srgbClr val="0F172A"/>
                </a:solidFill>
                <a:latin typeface="Inter SemiBold"/>
              </a:rPr>
              <a:t>Summer2026</a:t>
            </a:r>
            <a:endParaRPr sz="1200" b="1" i="0" u="none" dirty="0">
              <a:solidFill>
                <a:srgbClr val="0F172A"/>
              </a:solidFill>
              <a:latin typeface="Inter SemiBold"/>
            </a:endParaRPr>
          </a:p>
        </p:txBody>
      </p:sp>
      <p:pic>
        <p:nvPicPr>
          <p:cNvPr id="25" name="Picture 24" descr="image.png"/>
          <p:cNvPicPr>
            <a:picLocks noChangeAspect="1"/>
          </p:cNvPicPr>
          <p:nvPr/>
        </p:nvPicPr>
        <p:blipFill>
          <a:blip r:embed="rId18"/>
          <a:stretch>
            <a:fillRect/>
          </a:stretch>
        </p:blipFill>
        <p:spPr>
          <a:xfrm>
            <a:off x="819150" y="4316610"/>
            <a:ext cx="400050" cy="400050"/>
          </a:xfrm>
          <a:prstGeom prst="rect">
            <a:avLst/>
          </a:prstGeom>
        </p:spPr>
      </p:pic>
      <p:pic>
        <p:nvPicPr>
          <p:cNvPr id="26" name="Picture 25" descr="image.png"/>
          <p:cNvPicPr>
            <a:picLocks noChangeAspect="1"/>
          </p:cNvPicPr>
          <p:nvPr/>
        </p:nvPicPr>
        <p:blipFill>
          <a:blip r:embed="rId19"/>
          <a:stretch>
            <a:fillRect/>
          </a:stretch>
        </p:blipFill>
        <p:spPr>
          <a:xfrm>
            <a:off x="4527500" y="4316610"/>
            <a:ext cx="400050" cy="400050"/>
          </a:xfrm>
          <a:prstGeom prst="rect">
            <a:avLst/>
          </a:prstGeom>
        </p:spPr>
      </p:pic>
      <p:pic>
        <p:nvPicPr>
          <p:cNvPr id="27" name="Picture 26" descr="image.png"/>
          <p:cNvPicPr>
            <a:picLocks noChangeAspect="1"/>
          </p:cNvPicPr>
          <p:nvPr/>
        </p:nvPicPr>
        <p:blipFill>
          <a:blip r:embed="rId20"/>
          <a:stretch>
            <a:fillRect/>
          </a:stretch>
        </p:blipFill>
        <p:spPr>
          <a:xfrm>
            <a:off x="8235850" y="4316610"/>
            <a:ext cx="400050" cy="400050"/>
          </a:xfrm>
          <a:prstGeom prst="rect">
            <a:avLst/>
          </a:prstGeom>
        </p:spPr>
      </p:pic>
      <p:pic>
        <p:nvPicPr>
          <p:cNvPr id="28" name="Picture 27" descr="image.png"/>
          <p:cNvPicPr>
            <a:picLocks noChangeAspect="1"/>
          </p:cNvPicPr>
          <p:nvPr/>
        </p:nvPicPr>
        <p:blipFill>
          <a:blip r:embed="rId21"/>
          <a:stretch>
            <a:fillRect/>
          </a:stretch>
        </p:blipFill>
        <p:spPr>
          <a:xfrm>
            <a:off x="719137" y="6081563"/>
            <a:ext cx="123825" cy="142875"/>
          </a:xfrm>
          <a:prstGeom prst="rect">
            <a:avLst/>
          </a:prstGeom>
        </p:spPr>
      </p:pic>
      <p:pic>
        <p:nvPicPr>
          <p:cNvPr id="29" name="Picture 28" descr="image.png"/>
          <p:cNvPicPr>
            <a:picLocks noChangeAspect="1"/>
          </p:cNvPicPr>
          <p:nvPr/>
        </p:nvPicPr>
        <p:blipFill>
          <a:blip r:embed="rId22"/>
          <a:stretch>
            <a:fillRect/>
          </a:stretch>
        </p:blipFill>
        <p:spPr>
          <a:xfrm>
            <a:off x="4427487" y="6081563"/>
            <a:ext cx="123825" cy="142875"/>
          </a:xfrm>
          <a:prstGeom prst="rect">
            <a:avLst/>
          </a:prstGeom>
        </p:spPr>
      </p:pic>
      <p:pic>
        <p:nvPicPr>
          <p:cNvPr id="30" name="Picture 29" descr="image.png"/>
          <p:cNvPicPr>
            <a:picLocks noChangeAspect="1"/>
          </p:cNvPicPr>
          <p:nvPr/>
        </p:nvPicPr>
        <p:blipFill>
          <a:blip r:embed="rId23"/>
          <a:stretch>
            <a:fillRect/>
          </a:stretch>
        </p:blipFill>
        <p:spPr>
          <a:xfrm>
            <a:off x="8135838" y="6081563"/>
            <a:ext cx="123825" cy="142875"/>
          </a:xfrm>
          <a:prstGeom prst="rect">
            <a:avLst/>
          </a:prstGeom>
        </p:spPr>
      </p:pic>
      <p:sp>
        <p:nvSpPr>
          <p:cNvPr id="31" name="TextBox 30"/>
          <p:cNvSpPr txBox="1"/>
          <p:nvPr/>
        </p:nvSpPr>
        <p:spPr>
          <a:xfrm>
            <a:off x="1352550" y="4340423"/>
            <a:ext cx="1171575" cy="184666"/>
          </a:xfrm>
          <a:prstGeom prst="rect">
            <a:avLst/>
          </a:prstGeom>
          <a:noFill/>
        </p:spPr>
        <p:txBody>
          <a:bodyPr wrap="square" lIns="0" tIns="0" rIns="0" bIns="0" anchor="t">
            <a:spAutoFit/>
          </a:bodyPr>
          <a:lstStyle/>
          <a:p>
            <a:pPr algn="l"/>
            <a:r>
              <a:rPr sz="1200" b="1" i="0" u="none" dirty="0">
                <a:solidFill>
                  <a:srgbClr val="0F172A"/>
                </a:solidFill>
                <a:latin typeface="Inter"/>
              </a:rPr>
              <a:t>[</a:t>
            </a:r>
            <a:r>
              <a:rPr lang="en-US" sz="1200" b="1" i="0" u="none" dirty="0">
                <a:solidFill>
                  <a:srgbClr val="0F172A"/>
                </a:solidFill>
                <a:latin typeface="Inter"/>
              </a:rPr>
              <a:t>Shima Vosoogh</a:t>
            </a:r>
            <a:endParaRPr sz="1200" b="1" i="0" u="none" dirty="0">
              <a:solidFill>
                <a:srgbClr val="0F172A"/>
              </a:solidFill>
              <a:latin typeface="Inter"/>
            </a:endParaRPr>
          </a:p>
        </p:txBody>
      </p:sp>
      <p:sp>
        <p:nvSpPr>
          <p:cNvPr id="32" name="TextBox 31"/>
          <p:cNvSpPr txBox="1"/>
          <p:nvPr/>
        </p:nvSpPr>
        <p:spPr>
          <a:xfrm>
            <a:off x="1352550" y="4549973"/>
            <a:ext cx="942975" cy="142875"/>
          </a:xfrm>
          <a:prstGeom prst="rect">
            <a:avLst/>
          </a:prstGeom>
          <a:noFill/>
        </p:spPr>
        <p:txBody>
          <a:bodyPr wrap="square" lIns="0" tIns="0" rIns="0" bIns="0" anchor="t">
            <a:spAutoFit/>
          </a:bodyPr>
          <a:lstStyle/>
          <a:p>
            <a:pPr algn="l"/>
            <a:r>
              <a:rPr sz="900" b="0" i="0" u="none">
                <a:solidFill>
                  <a:srgbClr val="475569"/>
                </a:solidFill>
                <a:latin typeface="Inter Medium"/>
              </a:rPr>
              <a:t>Presenter 1</a:t>
            </a:r>
          </a:p>
        </p:txBody>
      </p:sp>
      <p:sp>
        <p:nvSpPr>
          <p:cNvPr id="34" name="TextBox 33"/>
          <p:cNvSpPr txBox="1"/>
          <p:nvPr/>
        </p:nvSpPr>
        <p:spPr>
          <a:xfrm>
            <a:off x="5060900" y="4371825"/>
            <a:ext cx="1514326" cy="184666"/>
          </a:xfrm>
          <a:prstGeom prst="rect">
            <a:avLst/>
          </a:prstGeom>
          <a:noFill/>
        </p:spPr>
        <p:txBody>
          <a:bodyPr wrap="square" lIns="0" tIns="0" rIns="0" bIns="0" anchor="t">
            <a:spAutoFit/>
          </a:bodyPr>
          <a:lstStyle/>
          <a:p>
            <a:pPr algn="l"/>
            <a:r>
              <a:rPr lang="en-US" sz="1200" b="1" i="0" u="none" dirty="0">
                <a:solidFill>
                  <a:srgbClr val="0F172A"/>
                </a:solidFill>
                <a:latin typeface="Inter"/>
              </a:rPr>
              <a:t>Gulpari </a:t>
            </a:r>
            <a:r>
              <a:rPr lang="en-US" sz="1200" b="1" i="0" u="none" dirty="0" err="1">
                <a:solidFill>
                  <a:srgbClr val="0F172A"/>
                </a:solidFill>
                <a:latin typeface="Inter"/>
              </a:rPr>
              <a:t>Alandarova</a:t>
            </a:r>
            <a:endParaRPr sz="1200" b="1" i="0" u="none" dirty="0">
              <a:solidFill>
                <a:srgbClr val="0F172A"/>
              </a:solidFill>
              <a:latin typeface="Inter"/>
            </a:endParaRPr>
          </a:p>
        </p:txBody>
      </p:sp>
      <p:sp>
        <p:nvSpPr>
          <p:cNvPr id="35" name="TextBox 34"/>
          <p:cNvSpPr txBox="1"/>
          <p:nvPr/>
        </p:nvSpPr>
        <p:spPr>
          <a:xfrm>
            <a:off x="5060900" y="4549973"/>
            <a:ext cx="1362075" cy="142875"/>
          </a:xfrm>
          <a:prstGeom prst="rect">
            <a:avLst/>
          </a:prstGeom>
          <a:noFill/>
        </p:spPr>
        <p:txBody>
          <a:bodyPr wrap="square" lIns="0" tIns="0" rIns="0" bIns="0" anchor="t">
            <a:spAutoFit/>
          </a:bodyPr>
          <a:lstStyle/>
          <a:p>
            <a:pPr algn="l"/>
            <a:r>
              <a:rPr sz="900" b="0" i="0" u="none">
                <a:solidFill>
                  <a:srgbClr val="475569"/>
                </a:solidFill>
                <a:latin typeface="Inter Medium"/>
              </a:rPr>
              <a:t>Presenter 2</a:t>
            </a:r>
          </a:p>
        </p:txBody>
      </p:sp>
      <p:pic>
        <p:nvPicPr>
          <p:cNvPr id="36" name="Picture 35" descr="image.png"/>
          <p:cNvPicPr>
            <a:picLocks noChangeAspect="1"/>
          </p:cNvPicPr>
          <p:nvPr/>
        </p:nvPicPr>
        <p:blipFill>
          <a:blip r:embed="rId24"/>
          <a:stretch>
            <a:fillRect/>
          </a:stretch>
        </p:blipFill>
        <p:spPr>
          <a:xfrm>
            <a:off x="8326338" y="4430910"/>
            <a:ext cx="219075" cy="171450"/>
          </a:xfrm>
          <a:prstGeom prst="rect">
            <a:avLst/>
          </a:prstGeom>
        </p:spPr>
      </p:pic>
      <p:sp>
        <p:nvSpPr>
          <p:cNvPr id="37" name="TextBox 36"/>
          <p:cNvSpPr txBox="1"/>
          <p:nvPr/>
        </p:nvSpPr>
        <p:spPr>
          <a:xfrm>
            <a:off x="8769250" y="4340423"/>
            <a:ext cx="1362075" cy="190500"/>
          </a:xfrm>
          <a:prstGeom prst="rect">
            <a:avLst/>
          </a:prstGeom>
          <a:noFill/>
        </p:spPr>
        <p:txBody>
          <a:bodyPr wrap="square" lIns="0" tIns="0" rIns="0" bIns="0" anchor="t">
            <a:spAutoFit/>
          </a:bodyPr>
          <a:lstStyle/>
          <a:p>
            <a:pPr algn="l"/>
            <a:r>
              <a:rPr sz="1200" b="1" i="0" u="none" dirty="0">
                <a:solidFill>
                  <a:srgbClr val="0F172A"/>
                </a:solidFill>
                <a:latin typeface="Inter"/>
              </a:rPr>
              <a:t>[</a:t>
            </a:r>
            <a:r>
              <a:rPr lang="en-US" sz="1200" b="1" i="0" u="none" dirty="0">
                <a:solidFill>
                  <a:srgbClr val="0F172A"/>
                </a:solidFill>
                <a:latin typeface="Inter"/>
              </a:rPr>
              <a:t>Rafia Riana</a:t>
            </a:r>
            <a:endParaRPr sz="1200" b="1" i="0" u="none" dirty="0">
              <a:solidFill>
                <a:srgbClr val="0F172A"/>
              </a:solidFill>
              <a:latin typeface="Inter"/>
            </a:endParaRPr>
          </a:p>
        </p:txBody>
      </p:sp>
      <p:pic>
        <p:nvPicPr>
          <p:cNvPr id="40" name="Picture 39" descr="image.png">
            <a:extLst>
              <a:ext uri="{FF2B5EF4-FFF2-40B4-BE49-F238E27FC236}">
                <a16:creationId xmlns:a16="http://schemas.microsoft.com/office/drawing/2014/main" id="{E3834C8E-3A3A-D1F3-8035-905BC37BF66B}"/>
              </a:ext>
            </a:extLst>
          </p:cNvPr>
          <p:cNvPicPr>
            <a:picLocks noChangeAspect="1"/>
          </p:cNvPicPr>
          <p:nvPr/>
        </p:nvPicPr>
        <p:blipFill>
          <a:blip r:embed="rId24"/>
          <a:stretch>
            <a:fillRect/>
          </a:stretch>
        </p:blipFill>
        <p:spPr>
          <a:xfrm>
            <a:off x="4617987" y="4445198"/>
            <a:ext cx="219075" cy="171450"/>
          </a:xfrm>
          <a:prstGeom prst="rect">
            <a:avLst/>
          </a:prstGeom>
        </p:spPr>
      </p:pic>
      <p:pic>
        <p:nvPicPr>
          <p:cNvPr id="42" name="Picture 41" descr="image.png">
            <a:extLst>
              <a:ext uri="{FF2B5EF4-FFF2-40B4-BE49-F238E27FC236}">
                <a16:creationId xmlns:a16="http://schemas.microsoft.com/office/drawing/2014/main" id="{E6F247EA-7D00-82C6-14A8-2043AC92ACED}"/>
              </a:ext>
            </a:extLst>
          </p:cNvPr>
          <p:cNvPicPr>
            <a:picLocks noChangeAspect="1"/>
          </p:cNvPicPr>
          <p:nvPr/>
        </p:nvPicPr>
        <p:blipFill>
          <a:blip r:embed="rId24"/>
          <a:stretch>
            <a:fillRect/>
          </a:stretch>
        </p:blipFill>
        <p:spPr>
          <a:xfrm>
            <a:off x="909637" y="4445198"/>
            <a:ext cx="219075"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27365" y="487879"/>
            <a:ext cx="4820935" cy="1876989"/>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0" tIns="0" rIns="0" bIns="0" anchor="t">
            <a:spAutoFit/>
          </a:bodyPr>
          <a:lstStyle/>
          <a:p>
            <a:pPr>
              <a:lnSpc>
                <a:spcPts val="4950"/>
              </a:lnSpc>
            </a:pPr>
            <a:r>
              <a:rPr lang="en-CA" sz="3200" dirty="0">
                <a:solidFill>
                  <a:schemeClr val="tx2">
                    <a:lumMod val="75000"/>
                  </a:schemeClr>
                </a:solidFill>
                <a:latin typeface="Aptos" panose="020B0004020202020204" pitchFamily="34" charset="0"/>
              </a:rPr>
              <a:t>Would You Hire a Junior Developer Who Never Sleeps?</a:t>
            </a:r>
            <a:endParaRPr sz="3200" b="1" i="0" u="none" dirty="0">
              <a:solidFill>
                <a:schemeClr val="tx2">
                  <a:lumMod val="75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86AEEB0C-94A0-3695-82F3-BE2D197C6E38}"/>
              </a:ext>
            </a:extLst>
          </p:cNvPr>
          <p:cNvPicPr>
            <a:picLocks noChangeAspect="1"/>
          </p:cNvPicPr>
          <p:nvPr/>
        </p:nvPicPr>
        <p:blipFill>
          <a:blip r:embed="rId2"/>
          <a:stretch>
            <a:fillRect/>
          </a:stretch>
        </p:blipFill>
        <p:spPr>
          <a:xfrm>
            <a:off x="4274715" y="2780906"/>
            <a:ext cx="7091785" cy="3347860"/>
          </a:xfrm>
          <a:prstGeom prst="rect">
            <a:avLst/>
          </a:prstGeom>
          <a:ln>
            <a:noFill/>
          </a:ln>
          <a:effectLst>
            <a:outerShdw blurRad="190500" algn="tl" rotWithShape="0">
              <a:srgbClr val="000000">
                <a:alpha val="70000"/>
              </a:srgbClr>
            </a:outerShdw>
          </a:effectLst>
        </p:spPr>
      </p:pic>
      <p:sp>
        <p:nvSpPr>
          <p:cNvPr id="2" name="TextBox 1">
            <a:extLst>
              <a:ext uri="{FF2B5EF4-FFF2-40B4-BE49-F238E27FC236}">
                <a16:creationId xmlns:a16="http://schemas.microsoft.com/office/drawing/2014/main" id="{7B79803F-933D-00A2-099B-EE21338C7C8E}"/>
              </a:ext>
            </a:extLst>
          </p:cNvPr>
          <p:cNvSpPr txBox="1"/>
          <p:nvPr/>
        </p:nvSpPr>
        <p:spPr>
          <a:xfrm>
            <a:off x="5651500" y="850900"/>
            <a:ext cx="5715000" cy="1785104"/>
          </a:xfrm>
          <a:prstGeom prst="rect">
            <a:avLst/>
          </a:prstGeom>
          <a:noFill/>
        </p:spPr>
        <p:txBody>
          <a:bodyPr wrap="square" rtlCol="0">
            <a:spAutoFit/>
          </a:bodyPr>
          <a:lstStyle/>
          <a:p>
            <a:r>
              <a:rPr lang="en-CA" b="1" dirty="0">
                <a:latin typeface="Abadi" panose="020B0604020104020204" pitchFamily="34" charset="0"/>
              </a:rPr>
              <a:t>What Are AI Coding Assistants?</a:t>
            </a:r>
          </a:p>
          <a:p>
            <a:endParaRPr lang="en-CA" b="1" dirty="0">
              <a:latin typeface="Abadi" panose="020B0604020104020204" pitchFamily="34" charset="0"/>
            </a:endParaRPr>
          </a:p>
          <a:p>
            <a:r>
              <a:rPr lang="en-CA" sz="1400" dirty="0">
                <a:solidFill>
                  <a:schemeClr val="tx2">
                    <a:lumMod val="75000"/>
                  </a:schemeClr>
                </a:solidFill>
              </a:rPr>
              <a:t>Software development is no longer just about writing code—it's increasingly about collaborating with AI. AI coding assistants help developers generate, debug, explain, and improve code, making software development faster and more efficient.</a:t>
            </a:r>
          </a:p>
          <a:p>
            <a:endParaRPr lang="en-CA" dirty="0"/>
          </a:p>
        </p:txBody>
      </p:sp>
      <p:pic>
        <p:nvPicPr>
          <p:cNvPr id="6" name="Picture 5">
            <a:extLst>
              <a:ext uri="{FF2B5EF4-FFF2-40B4-BE49-F238E27FC236}">
                <a16:creationId xmlns:a16="http://schemas.microsoft.com/office/drawing/2014/main" id="{6D19809A-5BFE-3EC8-8F37-491A896E804F}"/>
              </a:ext>
            </a:extLst>
          </p:cNvPr>
          <p:cNvPicPr>
            <a:picLocks noChangeAspect="1"/>
          </p:cNvPicPr>
          <p:nvPr/>
        </p:nvPicPr>
        <p:blipFill>
          <a:blip r:embed="rId3"/>
          <a:stretch>
            <a:fillRect/>
          </a:stretch>
        </p:blipFill>
        <p:spPr>
          <a:xfrm>
            <a:off x="442627" y="2616144"/>
            <a:ext cx="3240951" cy="12086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10" presetClass="entr" presetSubtype="0" fill="hold" nodeType="after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descr="image.png"/>
          <p:cNvPicPr>
            <a:picLocks noChangeAspect="1"/>
          </p:cNvPicPr>
          <p:nvPr/>
        </p:nvPicPr>
        <p:blipFill>
          <a:blip r:embed="rId3"/>
          <a:stretch>
            <a:fillRect/>
          </a:stretch>
        </p:blipFill>
        <p:spPr>
          <a:xfrm>
            <a:off x="2104458" y="2395537"/>
            <a:ext cx="457200" cy="457200"/>
          </a:xfrm>
          <a:prstGeom prst="rect">
            <a:avLst/>
          </a:prstGeom>
        </p:spPr>
      </p:pic>
      <p:pic>
        <p:nvPicPr>
          <p:cNvPr id="2" name="Picture 1" descr="image.png"/>
          <p:cNvPicPr>
            <a:picLocks noChangeAspect="1"/>
          </p:cNvPicPr>
          <p:nvPr/>
        </p:nvPicPr>
        <p:blipFill>
          <a:blip r:embed="rId4"/>
          <a:stretch>
            <a:fillRect/>
          </a:stretch>
        </p:blipFill>
        <p:spPr>
          <a:xfrm>
            <a:off x="17102" y="0"/>
            <a:ext cx="12192000" cy="6858000"/>
          </a:xfrm>
          <a:prstGeom prst="rect">
            <a:avLst/>
          </a:prstGeom>
        </p:spPr>
      </p:pic>
      <p:sp>
        <p:nvSpPr>
          <p:cNvPr id="32" name="TextBox 31"/>
          <p:cNvSpPr txBox="1"/>
          <p:nvPr/>
        </p:nvSpPr>
        <p:spPr>
          <a:xfrm>
            <a:off x="847725" y="4757737"/>
            <a:ext cx="66675" cy="189411"/>
          </a:xfrm>
          <a:prstGeom prst="rect">
            <a:avLst/>
          </a:prstGeom>
          <a:noFill/>
        </p:spPr>
        <p:txBody>
          <a:bodyPr wrap="square" lIns="0" tIns="0" rIns="0" bIns="0" anchor="t">
            <a:spAutoFit/>
          </a:bodyPr>
          <a:lstStyle/>
          <a:p>
            <a:pPr algn="l">
              <a:lnSpc>
                <a:spcPts val="1575"/>
              </a:lnSpc>
            </a:pPr>
            <a:endParaRPr sz="1050" b="1" i="0" u="none" dirty="0">
              <a:solidFill>
                <a:srgbClr val="6366F1"/>
              </a:solidFill>
              <a:latin typeface="Inter"/>
            </a:endParaRPr>
          </a:p>
        </p:txBody>
      </p:sp>
      <p:sp>
        <p:nvSpPr>
          <p:cNvPr id="38" name="TextBox 37"/>
          <p:cNvSpPr txBox="1"/>
          <p:nvPr/>
        </p:nvSpPr>
        <p:spPr>
          <a:xfrm>
            <a:off x="8337649" y="4995862"/>
            <a:ext cx="66675" cy="189411"/>
          </a:xfrm>
          <a:prstGeom prst="rect">
            <a:avLst/>
          </a:prstGeom>
          <a:noFill/>
        </p:spPr>
        <p:txBody>
          <a:bodyPr wrap="square" lIns="0" tIns="0" rIns="0" bIns="0" anchor="t">
            <a:spAutoFit/>
          </a:bodyPr>
          <a:lstStyle/>
          <a:p>
            <a:pPr algn="l">
              <a:lnSpc>
                <a:spcPts val="1575"/>
              </a:lnSpc>
            </a:pPr>
            <a:endParaRPr sz="1050" b="1" i="0" u="none" dirty="0">
              <a:solidFill>
                <a:srgbClr val="6366F1"/>
              </a:solidFill>
              <a:latin typeface="Inter"/>
            </a:endParaRPr>
          </a:p>
        </p:txBody>
      </p:sp>
      <p:sp>
        <p:nvSpPr>
          <p:cNvPr id="39" name="TextBox 38"/>
          <p:cNvSpPr txBox="1"/>
          <p:nvPr/>
        </p:nvSpPr>
        <p:spPr>
          <a:xfrm>
            <a:off x="687436" y="565954"/>
            <a:ext cx="11601450" cy="6513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0" tIns="0" rIns="0" bIns="0" anchor="t">
            <a:spAutoFit/>
          </a:bodyPr>
          <a:lstStyle/>
          <a:p>
            <a:pPr>
              <a:lnSpc>
                <a:spcPts val="4950"/>
              </a:lnSpc>
            </a:pPr>
            <a:r>
              <a:rPr sz="4800" dirty="0">
                <a:solidFill>
                  <a:schemeClr val="tx2">
                    <a:lumMod val="75000"/>
                  </a:schemeClr>
                </a:solidFill>
                <a:latin typeface="Aptos" panose="020B0004020202020204" pitchFamily="34" charset="0"/>
              </a:rPr>
              <a:t>The Evolution of AI Coding Tools</a:t>
            </a:r>
          </a:p>
        </p:txBody>
      </p:sp>
      <p:sp>
        <p:nvSpPr>
          <p:cNvPr id="40" name="Rounded Rectangle 39"/>
          <p:cNvSpPr/>
          <p:nvPr/>
        </p:nvSpPr>
        <p:spPr>
          <a:xfrm>
            <a:off x="571500" y="1190625"/>
            <a:ext cx="514350" cy="381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6" name="Group 45">
            <a:extLst>
              <a:ext uri="{FF2B5EF4-FFF2-40B4-BE49-F238E27FC236}">
                <a16:creationId xmlns:a16="http://schemas.microsoft.com/office/drawing/2014/main" id="{0F17EFA0-2F9A-42C9-8397-248D6F900140}"/>
              </a:ext>
            </a:extLst>
          </p:cNvPr>
          <p:cNvGrpSpPr/>
          <p:nvPr/>
        </p:nvGrpSpPr>
        <p:grpSpPr>
          <a:xfrm>
            <a:off x="150848" y="1490837"/>
            <a:ext cx="6211704" cy="2537303"/>
            <a:chOff x="150847" y="1462496"/>
            <a:chExt cx="6558493" cy="2466566"/>
          </a:xfrm>
        </p:grpSpPr>
        <p:grpSp>
          <p:nvGrpSpPr>
            <p:cNvPr id="43" name="Group 42">
              <a:extLst>
                <a:ext uri="{FF2B5EF4-FFF2-40B4-BE49-F238E27FC236}">
                  <a16:creationId xmlns:a16="http://schemas.microsoft.com/office/drawing/2014/main" id="{20C6B2D6-8BBB-F331-1C54-2317D499B088}"/>
                </a:ext>
              </a:extLst>
            </p:cNvPr>
            <p:cNvGrpSpPr/>
            <p:nvPr/>
          </p:nvGrpSpPr>
          <p:grpSpPr>
            <a:xfrm>
              <a:off x="150847" y="1462496"/>
              <a:ext cx="2669456" cy="2466566"/>
              <a:chOff x="484064" y="2224087"/>
              <a:chExt cx="3549699" cy="3314700"/>
            </a:xfrm>
          </p:grpSpPr>
          <p:pic>
            <p:nvPicPr>
              <p:cNvPr id="42" name="Picture 41" descr="image.png">
                <a:extLst>
                  <a:ext uri="{FF2B5EF4-FFF2-40B4-BE49-F238E27FC236}">
                    <a16:creationId xmlns:a16="http://schemas.microsoft.com/office/drawing/2014/main" id="{59792A56-D606-3110-772A-CB02996A8E38}"/>
                  </a:ext>
                </a:extLst>
              </p:cNvPr>
              <p:cNvPicPr>
                <a:picLocks noChangeAspect="1"/>
              </p:cNvPicPr>
              <p:nvPr/>
            </p:nvPicPr>
            <p:blipFill>
              <a:blip r:embed="rId5"/>
              <a:stretch>
                <a:fillRect/>
              </a:stretch>
            </p:blipFill>
            <p:spPr>
              <a:xfrm>
                <a:off x="484064" y="2224087"/>
                <a:ext cx="3549699" cy="3314700"/>
              </a:xfrm>
              <a:prstGeom prst="rect">
                <a:avLst/>
              </a:prstGeom>
              <a:ln>
                <a:solidFill>
                  <a:schemeClr val="tx1"/>
                </a:solidFill>
              </a:ln>
            </p:spPr>
          </p:pic>
          <p:sp>
            <p:nvSpPr>
              <p:cNvPr id="6" name="TextBox 5"/>
              <p:cNvSpPr txBox="1"/>
              <p:nvPr/>
            </p:nvSpPr>
            <p:spPr>
              <a:xfrm>
                <a:off x="2870001" y="2424112"/>
                <a:ext cx="1051173" cy="126958"/>
              </a:xfrm>
              <a:prstGeom prst="rect">
                <a:avLst/>
              </a:prstGeom>
            </p:spPr>
            <p:txBody>
              <a:bodyPr wrap="square" lIns="0" tIns="0" rIns="0" bIns="0" anchor="t">
                <a:spAutoFit/>
              </a:bodyPr>
              <a:lstStyle/>
              <a:p>
                <a:r>
                  <a:rPr sz="825" b="1" i="0" u="none" dirty="0">
                    <a:solidFill>
                      <a:srgbClr val="64748B"/>
                    </a:solidFill>
                    <a:latin typeface="Inter"/>
                  </a:rPr>
                  <a:t>GEN 1 </a:t>
                </a:r>
                <a:r>
                  <a:rPr sz="825" b="1" dirty="0">
                    <a:solidFill>
                      <a:srgbClr val="64748B"/>
                    </a:solidFill>
                    <a:latin typeface="Inter"/>
                  </a:rPr>
                  <a:t>(</a:t>
                </a:r>
                <a:r>
                  <a:rPr lang="en-CA" sz="825" b="1" dirty="0">
                    <a:solidFill>
                      <a:srgbClr val="64748B"/>
                    </a:solidFill>
                    <a:latin typeface="Inter"/>
                  </a:rPr>
                  <a:t>Pre-2020</a:t>
                </a:r>
                <a:r>
                  <a:rPr sz="825" b="1" dirty="0">
                    <a:solidFill>
                      <a:srgbClr val="64748B"/>
                    </a:solidFill>
                    <a:latin typeface="Inter"/>
                  </a:rPr>
                  <a:t>)</a:t>
                </a:r>
              </a:p>
            </p:txBody>
          </p:sp>
          <p:sp>
            <p:nvSpPr>
              <p:cNvPr id="8" name="TextBox 7"/>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9" name="TextBox 8"/>
              <p:cNvSpPr txBox="1"/>
              <p:nvPr/>
            </p:nvSpPr>
            <p:spPr>
              <a:xfrm>
                <a:off x="875473" y="3259371"/>
                <a:ext cx="2382304" cy="2233473"/>
              </a:xfrm>
              <a:prstGeom prst="rect">
                <a:avLst/>
              </a:prstGeom>
              <a:noFill/>
            </p:spPr>
            <p:txBody>
              <a:bodyPr wrap="square" lIns="0" tIns="0" rIns="0" bIns="0" anchor="t">
                <a:spAutoFit/>
              </a:bodyPr>
              <a:lstStyle/>
              <a:p>
                <a:r>
                  <a:rPr lang="en-CA" sz="1200" dirty="0"/>
                  <a:t>Syntax-aware suggestions using predefined language rules.</a:t>
                </a:r>
              </a:p>
              <a:p>
                <a:pPr marL="171450" lvl="0" indent="-171450">
                  <a:buFont typeface="Arial" panose="020B0604020202020204" pitchFamily="34" charset="0"/>
                  <a:buChar char="•"/>
                </a:pPr>
                <a:r>
                  <a:rPr lang="en-CA" sz="1200" dirty="0"/>
                  <a:t>Traditional IDE autocomplete </a:t>
                </a:r>
              </a:p>
              <a:p>
                <a:pPr marL="171450" lvl="0" indent="-171450">
                  <a:buFont typeface="Arial" panose="020B0604020202020204" pitchFamily="34" charset="0"/>
                  <a:buChar char="•"/>
                </a:pPr>
                <a:r>
                  <a:rPr lang="en-CA" sz="1200" dirty="0"/>
                  <a:t>Language &amp; syntax completion </a:t>
                </a:r>
              </a:p>
              <a:p>
                <a:pPr marL="171450" lvl="0" indent="-171450">
                  <a:buFont typeface="Arial" panose="020B0604020202020204" pitchFamily="34" charset="0"/>
                  <a:buChar char="•"/>
                </a:pPr>
                <a:r>
                  <a:rPr lang="en-CA" sz="1200" dirty="0"/>
                  <a:t>No understanding of developer intent</a:t>
                </a:r>
              </a:p>
            </p:txBody>
          </p:sp>
          <p:pic>
            <p:nvPicPr>
              <p:cNvPr id="18" name="Picture 17" descr="image.png"/>
              <p:cNvPicPr>
                <a:picLocks noChangeAspect="1"/>
              </p:cNvPicPr>
              <p:nvPr/>
            </p:nvPicPr>
            <p:blipFill>
              <a:blip r:embed="rId6"/>
              <a:stretch>
                <a:fillRect/>
              </a:stretch>
            </p:blipFill>
            <p:spPr>
              <a:xfrm>
                <a:off x="942975" y="2624137"/>
                <a:ext cx="266700" cy="209550"/>
              </a:xfrm>
              <a:prstGeom prst="rect">
                <a:avLst/>
              </a:prstGeom>
            </p:spPr>
          </p:pic>
        </p:grpSp>
        <p:sp>
          <p:nvSpPr>
            <p:cNvPr id="45" name="TextBox 44">
              <a:extLst>
                <a:ext uri="{FF2B5EF4-FFF2-40B4-BE49-F238E27FC236}">
                  <a16:creationId xmlns:a16="http://schemas.microsoft.com/office/drawing/2014/main" id="{68E7FD13-27F9-6384-38FE-0EA486019DD2}"/>
                </a:ext>
              </a:extLst>
            </p:cNvPr>
            <p:cNvSpPr txBox="1"/>
            <p:nvPr/>
          </p:nvSpPr>
          <p:spPr>
            <a:xfrm>
              <a:off x="336590" y="1989564"/>
              <a:ext cx="6372750" cy="276999"/>
            </a:xfrm>
            <a:prstGeom prst="rect">
              <a:avLst/>
            </a:prstGeom>
            <a:noFill/>
          </p:spPr>
          <p:txBody>
            <a:bodyPr wrap="square">
              <a:spAutoFit/>
            </a:bodyPr>
            <a:lstStyle/>
            <a:p>
              <a:r>
                <a:rPr lang="en-CA" sz="1200" b="1" dirty="0"/>
                <a:t>Rule-Based Autocomplete</a:t>
              </a:r>
            </a:p>
          </p:txBody>
        </p:sp>
      </p:grpSp>
      <p:grpSp>
        <p:nvGrpSpPr>
          <p:cNvPr id="55" name="Group 54">
            <a:extLst>
              <a:ext uri="{FF2B5EF4-FFF2-40B4-BE49-F238E27FC236}">
                <a16:creationId xmlns:a16="http://schemas.microsoft.com/office/drawing/2014/main" id="{5A1703F3-8C4F-1669-151D-EC8F9E82E73D}"/>
              </a:ext>
            </a:extLst>
          </p:cNvPr>
          <p:cNvGrpSpPr/>
          <p:nvPr/>
        </p:nvGrpSpPr>
        <p:grpSpPr>
          <a:xfrm>
            <a:off x="2116064" y="2741905"/>
            <a:ext cx="6211704" cy="2537303"/>
            <a:chOff x="238809" y="4078930"/>
            <a:chExt cx="6211704" cy="2537303"/>
          </a:xfrm>
        </p:grpSpPr>
        <p:grpSp>
          <p:nvGrpSpPr>
            <p:cNvPr id="47" name="Group 46">
              <a:extLst>
                <a:ext uri="{FF2B5EF4-FFF2-40B4-BE49-F238E27FC236}">
                  <a16:creationId xmlns:a16="http://schemas.microsoft.com/office/drawing/2014/main" id="{CA2E831F-070D-5FFD-48AC-AF8AA1AADC2B}"/>
                </a:ext>
              </a:extLst>
            </p:cNvPr>
            <p:cNvGrpSpPr/>
            <p:nvPr/>
          </p:nvGrpSpPr>
          <p:grpSpPr>
            <a:xfrm>
              <a:off x="238809" y="4078930"/>
              <a:ext cx="6211704" cy="2537303"/>
              <a:chOff x="150847" y="1462496"/>
              <a:chExt cx="6558493" cy="2466566"/>
            </a:xfrm>
          </p:grpSpPr>
          <p:grpSp>
            <p:nvGrpSpPr>
              <p:cNvPr id="48" name="Group 47">
                <a:extLst>
                  <a:ext uri="{FF2B5EF4-FFF2-40B4-BE49-F238E27FC236}">
                    <a16:creationId xmlns:a16="http://schemas.microsoft.com/office/drawing/2014/main" id="{E5570D52-2430-74E9-2E36-4E8BBF23AB47}"/>
                  </a:ext>
                </a:extLst>
              </p:cNvPr>
              <p:cNvGrpSpPr/>
              <p:nvPr/>
            </p:nvGrpSpPr>
            <p:grpSpPr>
              <a:xfrm>
                <a:off x="150847" y="1462496"/>
                <a:ext cx="2669456" cy="2466566"/>
                <a:chOff x="484064" y="2224086"/>
                <a:chExt cx="3549699" cy="3314700"/>
              </a:xfrm>
            </p:grpSpPr>
            <p:pic>
              <p:nvPicPr>
                <p:cNvPr id="50" name="Picture 49" descr="image.png">
                  <a:extLst>
                    <a:ext uri="{FF2B5EF4-FFF2-40B4-BE49-F238E27FC236}">
                      <a16:creationId xmlns:a16="http://schemas.microsoft.com/office/drawing/2014/main" id="{0B7E5E49-D836-2746-CD9C-C9E03B37095D}"/>
                    </a:ext>
                  </a:extLst>
                </p:cNvPr>
                <p:cNvPicPr>
                  <a:picLocks noChangeAspect="1"/>
                </p:cNvPicPr>
                <p:nvPr/>
              </p:nvPicPr>
              <p:blipFill>
                <a:blip r:embed="rId5"/>
                <a:stretch>
                  <a:fillRect/>
                </a:stretch>
              </p:blipFill>
              <p:spPr>
                <a:xfrm>
                  <a:off x="484064" y="2224086"/>
                  <a:ext cx="3549699" cy="3314700"/>
                </a:xfrm>
                <a:prstGeom prst="rect">
                  <a:avLst/>
                </a:prstGeom>
                <a:ln>
                  <a:solidFill>
                    <a:schemeClr val="tx1"/>
                  </a:solidFill>
                </a:ln>
              </p:spPr>
            </p:pic>
            <p:sp>
              <p:nvSpPr>
                <p:cNvPr id="51" name="TextBox 50">
                  <a:extLst>
                    <a:ext uri="{FF2B5EF4-FFF2-40B4-BE49-F238E27FC236}">
                      <a16:creationId xmlns:a16="http://schemas.microsoft.com/office/drawing/2014/main" id="{56DC4633-5321-0239-F1F5-7F03644200EE}"/>
                    </a:ext>
                  </a:extLst>
                </p:cNvPr>
                <p:cNvSpPr txBox="1"/>
                <p:nvPr/>
              </p:nvSpPr>
              <p:spPr>
                <a:xfrm>
                  <a:off x="2870001" y="2424112"/>
                  <a:ext cx="1051172" cy="165856"/>
                </a:xfrm>
                <a:prstGeom prst="rect">
                  <a:avLst/>
                </a:prstGeom>
              </p:spPr>
              <p:txBody>
                <a:bodyPr wrap="square" lIns="0" tIns="0" rIns="0" bIns="0" anchor="t">
                  <a:spAutoFit/>
                </a:bodyPr>
                <a:lstStyle/>
                <a:p>
                  <a:r>
                    <a:rPr lang="en-CA" sz="825" b="1" dirty="0">
                      <a:solidFill>
                        <a:srgbClr val="64748B"/>
                      </a:solidFill>
                      <a:latin typeface="Inter"/>
                    </a:rPr>
                    <a:t>GEN 2 (2021)</a:t>
                  </a:r>
                  <a:endParaRPr sz="825" b="1" dirty="0">
                    <a:solidFill>
                      <a:srgbClr val="64748B"/>
                    </a:solidFill>
                    <a:latin typeface="Inter"/>
                  </a:endParaRPr>
                </a:p>
              </p:txBody>
            </p:sp>
            <p:sp>
              <p:nvSpPr>
                <p:cNvPr id="52" name="TextBox 51">
                  <a:extLst>
                    <a:ext uri="{FF2B5EF4-FFF2-40B4-BE49-F238E27FC236}">
                      <a16:creationId xmlns:a16="http://schemas.microsoft.com/office/drawing/2014/main" id="{27E2FB41-D5F7-E55E-0146-D96CE66322AA}"/>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53" name="TextBox 52">
                  <a:extLst>
                    <a:ext uri="{FF2B5EF4-FFF2-40B4-BE49-F238E27FC236}">
                      <a16:creationId xmlns:a16="http://schemas.microsoft.com/office/drawing/2014/main" id="{19328D35-1FCA-4E5A-D954-B800DFA4E4CA}"/>
                    </a:ext>
                  </a:extLst>
                </p:cNvPr>
                <p:cNvSpPr txBox="1"/>
                <p:nvPr/>
              </p:nvSpPr>
              <p:spPr>
                <a:xfrm>
                  <a:off x="875474" y="3259370"/>
                  <a:ext cx="2382303" cy="1929962"/>
                </a:xfrm>
                <a:prstGeom prst="rect">
                  <a:avLst/>
                </a:prstGeom>
                <a:noFill/>
              </p:spPr>
              <p:txBody>
                <a:bodyPr wrap="square" lIns="0" tIns="0" rIns="0" bIns="0" anchor="t">
                  <a:spAutoFit/>
                </a:bodyPr>
                <a:lstStyle/>
                <a:p>
                  <a:r>
                    <a:rPr lang="en-CA" sz="1200" dirty="0"/>
                    <a:t>Large Language Models introduced natural language code generation.</a:t>
                  </a:r>
                </a:p>
                <a:p>
                  <a:pPr marL="171450" lvl="0" indent="-171450">
                    <a:buFont typeface="Arial" panose="020B0604020202020204" pitchFamily="34" charset="0"/>
                    <a:buChar char="•"/>
                  </a:pPr>
                  <a:r>
                    <a:rPr lang="en-CA" sz="1200" dirty="0"/>
                    <a:t>GitHub Copilot </a:t>
                  </a:r>
                </a:p>
                <a:p>
                  <a:pPr marL="171450" lvl="0" indent="-171450">
                    <a:buFont typeface="Arial" panose="020B0604020202020204" pitchFamily="34" charset="0"/>
                    <a:buChar char="•"/>
                  </a:pPr>
                  <a:r>
                    <a:rPr lang="en-CA" sz="1200" dirty="0"/>
                    <a:t>Prompt-to-code generation </a:t>
                  </a:r>
                </a:p>
                <a:p>
                  <a:pPr marL="171450" lvl="0" indent="-171450">
                    <a:buFont typeface="Arial" panose="020B0604020202020204" pitchFamily="34" charset="0"/>
                    <a:buChar char="•"/>
                  </a:pPr>
                  <a:r>
                    <a:rPr lang="en-CA" sz="1200" dirty="0"/>
                    <a:t>AI-assisted code completion</a:t>
                  </a:r>
                </a:p>
              </p:txBody>
            </p:sp>
            <p:pic>
              <p:nvPicPr>
                <p:cNvPr id="54" name="Picture 53" descr="image.png">
                  <a:extLst>
                    <a:ext uri="{FF2B5EF4-FFF2-40B4-BE49-F238E27FC236}">
                      <a16:creationId xmlns:a16="http://schemas.microsoft.com/office/drawing/2014/main" id="{825A3958-DE1E-2469-60DB-CE44A124AE10}"/>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49" name="TextBox 48">
                <a:extLst>
                  <a:ext uri="{FF2B5EF4-FFF2-40B4-BE49-F238E27FC236}">
                    <a16:creationId xmlns:a16="http://schemas.microsoft.com/office/drawing/2014/main" id="{69F7028A-7C81-7BFC-C94C-69ACCBF24876}"/>
                  </a:ext>
                </a:extLst>
              </p:cNvPr>
              <p:cNvSpPr txBox="1"/>
              <p:nvPr/>
            </p:nvSpPr>
            <p:spPr>
              <a:xfrm>
                <a:off x="336590" y="1989564"/>
                <a:ext cx="6372750" cy="269277"/>
              </a:xfrm>
              <a:prstGeom prst="rect">
                <a:avLst/>
              </a:prstGeom>
              <a:noFill/>
            </p:spPr>
            <p:txBody>
              <a:bodyPr wrap="square">
                <a:spAutoFit/>
              </a:bodyPr>
              <a:lstStyle/>
              <a:p>
                <a:r>
                  <a:rPr lang="en-CA" sz="1200" b="1" dirty="0"/>
                  <a:t>LLM-Powered Coding</a:t>
                </a:r>
              </a:p>
            </p:txBody>
          </p:sp>
        </p:grpSp>
        <p:pic>
          <p:nvPicPr>
            <p:cNvPr id="22" name="Picture 21" descr="image.png"/>
            <p:cNvPicPr>
              <a:picLocks noChangeAspect="1"/>
            </p:cNvPicPr>
            <p:nvPr/>
          </p:nvPicPr>
          <p:blipFill>
            <a:blip r:embed="rId7"/>
            <a:stretch>
              <a:fillRect/>
            </a:stretch>
          </p:blipFill>
          <p:spPr>
            <a:xfrm>
              <a:off x="497831" y="4327513"/>
              <a:ext cx="303189" cy="238220"/>
            </a:xfrm>
            <a:prstGeom prst="rect">
              <a:avLst/>
            </a:prstGeom>
          </p:spPr>
        </p:pic>
      </p:grpSp>
      <p:grpSp>
        <p:nvGrpSpPr>
          <p:cNvPr id="72" name="Group 71">
            <a:extLst>
              <a:ext uri="{FF2B5EF4-FFF2-40B4-BE49-F238E27FC236}">
                <a16:creationId xmlns:a16="http://schemas.microsoft.com/office/drawing/2014/main" id="{22461AB0-8923-DC8B-06A7-39A0DEC83EF8}"/>
              </a:ext>
            </a:extLst>
          </p:cNvPr>
          <p:cNvGrpSpPr/>
          <p:nvPr/>
        </p:nvGrpSpPr>
        <p:grpSpPr>
          <a:xfrm>
            <a:off x="4091666" y="4085414"/>
            <a:ext cx="6221959" cy="2537303"/>
            <a:chOff x="150847" y="4087664"/>
            <a:chExt cx="6221959" cy="2537303"/>
          </a:xfrm>
        </p:grpSpPr>
        <p:grpSp>
          <p:nvGrpSpPr>
            <p:cNvPr id="56" name="Group 55">
              <a:extLst>
                <a:ext uri="{FF2B5EF4-FFF2-40B4-BE49-F238E27FC236}">
                  <a16:creationId xmlns:a16="http://schemas.microsoft.com/office/drawing/2014/main" id="{799F66BC-80A1-1618-4747-59C5CE348698}"/>
                </a:ext>
              </a:extLst>
            </p:cNvPr>
            <p:cNvGrpSpPr/>
            <p:nvPr/>
          </p:nvGrpSpPr>
          <p:grpSpPr>
            <a:xfrm>
              <a:off x="150847" y="4087664"/>
              <a:ext cx="6221959" cy="2537303"/>
              <a:chOff x="140020" y="1478553"/>
              <a:chExt cx="6569320" cy="2466566"/>
            </a:xfrm>
          </p:grpSpPr>
          <p:grpSp>
            <p:nvGrpSpPr>
              <p:cNvPr id="57" name="Group 56">
                <a:extLst>
                  <a:ext uri="{FF2B5EF4-FFF2-40B4-BE49-F238E27FC236}">
                    <a16:creationId xmlns:a16="http://schemas.microsoft.com/office/drawing/2014/main" id="{A4498735-6934-9D28-BADA-CBFE56DAD7E0}"/>
                  </a:ext>
                </a:extLst>
              </p:cNvPr>
              <p:cNvGrpSpPr/>
              <p:nvPr/>
            </p:nvGrpSpPr>
            <p:grpSpPr>
              <a:xfrm>
                <a:off x="140020" y="1478553"/>
                <a:ext cx="2669456" cy="2466566"/>
                <a:chOff x="469667" y="2245665"/>
                <a:chExt cx="3549699" cy="3314700"/>
              </a:xfrm>
            </p:grpSpPr>
            <p:pic>
              <p:nvPicPr>
                <p:cNvPr id="59" name="Picture 58" descr="image.png">
                  <a:extLst>
                    <a:ext uri="{FF2B5EF4-FFF2-40B4-BE49-F238E27FC236}">
                      <a16:creationId xmlns:a16="http://schemas.microsoft.com/office/drawing/2014/main" id="{87639466-DE60-76F3-6A37-2F9FC287AAEA}"/>
                    </a:ext>
                  </a:extLst>
                </p:cNvPr>
                <p:cNvPicPr>
                  <a:picLocks noChangeAspect="1"/>
                </p:cNvPicPr>
                <p:nvPr/>
              </p:nvPicPr>
              <p:blipFill>
                <a:blip r:embed="rId5"/>
                <a:stretch>
                  <a:fillRect/>
                </a:stretch>
              </p:blipFill>
              <p:spPr>
                <a:xfrm>
                  <a:off x="469667" y="2245665"/>
                  <a:ext cx="3549699" cy="3314700"/>
                </a:xfrm>
                <a:prstGeom prst="rect">
                  <a:avLst/>
                </a:prstGeom>
                <a:ln>
                  <a:solidFill>
                    <a:schemeClr val="tx1"/>
                  </a:solidFill>
                </a:ln>
              </p:spPr>
            </p:pic>
            <p:sp>
              <p:nvSpPr>
                <p:cNvPr id="60" name="TextBox 59">
                  <a:extLst>
                    <a:ext uri="{FF2B5EF4-FFF2-40B4-BE49-F238E27FC236}">
                      <a16:creationId xmlns:a16="http://schemas.microsoft.com/office/drawing/2014/main" id="{0B55B2D8-B40E-47A7-0678-4BC1C05343F8}"/>
                    </a:ext>
                  </a:extLst>
                </p:cNvPr>
                <p:cNvSpPr txBox="1"/>
                <p:nvPr/>
              </p:nvSpPr>
              <p:spPr>
                <a:xfrm>
                  <a:off x="2642980" y="2424112"/>
                  <a:ext cx="1278194" cy="165856"/>
                </a:xfrm>
                <a:prstGeom prst="rect">
                  <a:avLst/>
                </a:prstGeom>
              </p:spPr>
              <p:txBody>
                <a:bodyPr wrap="square" lIns="0" tIns="0" rIns="0" bIns="0" anchor="t">
                  <a:spAutoFit/>
                </a:bodyPr>
                <a:lstStyle/>
                <a:p>
                  <a:r>
                    <a:rPr lang="en-CA" sz="825" b="1" dirty="0">
                      <a:solidFill>
                        <a:srgbClr val="64748B"/>
                      </a:solidFill>
                      <a:latin typeface="Inter"/>
                    </a:rPr>
                    <a:t>GEN 3 (2023–2024)</a:t>
                  </a:r>
                  <a:endParaRPr sz="825" b="1" dirty="0">
                    <a:solidFill>
                      <a:srgbClr val="64748B"/>
                    </a:solidFill>
                    <a:latin typeface="Inter"/>
                  </a:endParaRPr>
                </a:p>
              </p:txBody>
            </p:sp>
            <p:sp>
              <p:nvSpPr>
                <p:cNvPr id="61" name="TextBox 60">
                  <a:extLst>
                    <a:ext uri="{FF2B5EF4-FFF2-40B4-BE49-F238E27FC236}">
                      <a16:creationId xmlns:a16="http://schemas.microsoft.com/office/drawing/2014/main" id="{C942CC4C-E7E2-7D88-8E61-A674666CCC12}"/>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62" name="TextBox 61">
                  <a:extLst>
                    <a:ext uri="{FF2B5EF4-FFF2-40B4-BE49-F238E27FC236}">
                      <a16:creationId xmlns:a16="http://schemas.microsoft.com/office/drawing/2014/main" id="{F4EA4F1B-236C-9485-B493-68E7E8F9FD47}"/>
                    </a:ext>
                  </a:extLst>
                </p:cNvPr>
                <p:cNvSpPr txBox="1"/>
                <p:nvPr/>
              </p:nvSpPr>
              <p:spPr>
                <a:xfrm>
                  <a:off x="875473" y="3259370"/>
                  <a:ext cx="2382303" cy="1688717"/>
                </a:xfrm>
                <a:prstGeom prst="rect">
                  <a:avLst/>
                </a:prstGeom>
                <a:noFill/>
              </p:spPr>
              <p:txBody>
                <a:bodyPr wrap="square" lIns="0" tIns="0" rIns="0" bIns="0" anchor="t">
                  <a:spAutoFit/>
                </a:bodyPr>
                <a:lstStyle/>
                <a:p>
                  <a:r>
                    <a:rPr lang="en-CA" sz="1200" dirty="0"/>
                    <a:t>AI understands your project, not just the current file.</a:t>
                  </a:r>
                </a:p>
                <a:p>
                  <a:pPr marL="171450" lvl="0" indent="-171450">
                    <a:buFont typeface="Arial" panose="020B0604020202020204" pitchFamily="34" charset="0"/>
                    <a:buChar char="•"/>
                  </a:pPr>
                  <a:r>
                    <a:rPr lang="en-CA" sz="1200" dirty="0"/>
                    <a:t>Chat-based coding </a:t>
                  </a:r>
                </a:p>
                <a:p>
                  <a:pPr marL="171450" lvl="0" indent="-171450">
                    <a:buFont typeface="Arial" panose="020B0604020202020204" pitchFamily="34" charset="0"/>
                    <a:buChar char="•"/>
                  </a:pPr>
                  <a:r>
                    <a:rPr lang="en-CA" sz="1200" dirty="0"/>
                    <a:t>Project-wide context </a:t>
                  </a:r>
                </a:p>
                <a:p>
                  <a:pPr marL="171450" lvl="0" indent="-171450">
                    <a:buFont typeface="Arial" panose="020B0604020202020204" pitchFamily="34" charset="0"/>
                    <a:buChar char="•"/>
                  </a:pPr>
                  <a:r>
                    <a:rPr lang="en-CA" sz="1200" dirty="0"/>
                    <a:t>Multi-file editing</a:t>
                  </a:r>
                </a:p>
                <a:p>
                  <a:endParaRPr lang="en-CA" sz="1200" dirty="0"/>
                </a:p>
              </p:txBody>
            </p:sp>
            <p:pic>
              <p:nvPicPr>
                <p:cNvPr id="63" name="Picture 62" descr="image.png">
                  <a:extLst>
                    <a:ext uri="{FF2B5EF4-FFF2-40B4-BE49-F238E27FC236}">
                      <a16:creationId xmlns:a16="http://schemas.microsoft.com/office/drawing/2014/main" id="{F07AC09B-75D4-9B04-66C0-F8EF928B59AB}"/>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58" name="TextBox 57">
                <a:extLst>
                  <a:ext uri="{FF2B5EF4-FFF2-40B4-BE49-F238E27FC236}">
                    <a16:creationId xmlns:a16="http://schemas.microsoft.com/office/drawing/2014/main" id="{FE123B6A-667D-83A7-A8DA-E39D408C49FC}"/>
                  </a:ext>
                </a:extLst>
              </p:cNvPr>
              <p:cNvSpPr txBox="1"/>
              <p:nvPr/>
            </p:nvSpPr>
            <p:spPr>
              <a:xfrm>
                <a:off x="336590" y="1989564"/>
                <a:ext cx="6372750" cy="269277"/>
              </a:xfrm>
              <a:prstGeom prst="rect">
                <a:avLst/>
              </a:prstGeom>
              <a:noFill/>
            </p:spPr>
            <p:txBody>
              <a:bodyPr wrap="square">
                <a:spAutoFit/>
              </a:bodyPr>
              <a:lstStyle/>
              <a:p>
                <a:r>
                  <a:rPr lang="en-CA" sz="1200" b="1" dirty="0"/>
                  <a:t>Context-Aware Assistants</a:t>
                </a:r>
              </a:p>
            </p:txBody>
          </p:sp>
        </p:grpSp>
        <p:pic>
          <p:nvPicPr>
            <p:cNvPr id="71" name="Graphic 70" descr="Artificial Intelligence with solid fill">
              <a:extLst>
                <a:ext uri="{FF2B5EF4-FFF2-40B4-BE49-F238E27FC236}">
                  <a16:creationId xmlns:a16="http://schemas.microsoft.com/office/drawing/2014/main" id="{430BC1CE-6B5B-71BF-59D9-5D92C0E2698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8670" y="4166216"/>
              <a:ext cx="422313" cy="422313"/>
            </a:xfrm>
            <a:prstGeom prst="rect">
              <a:avLst/>
            </a:prstGeom>
          </p:spPr>
        </p:pic>
      </p:grpSp>
      <p:grpSp>
        <p:nvGrpSpPr>
          <p:cNvPr id="82" name="Group 81">
            <a:extLst>
              <a:ext uri="{FF2B5EF4-FFF2-40B4-BE49-F238E27FC236}">
                <a16:creationId xmlns:a16="http://schemas.microsoft.com/office/drawing/2014/main" id="{B7BD6E34-CDBA-92CA-8E1D-24F374F81605}"/>
              </a:ext>
            </a:extLst>
          </p:cNvPr>
          <p:cNvGrpSpPr/>
          <p:nvPr/>
        </p:nvGrpSpPr>
        <p:grpSpPr>
          <a:xfrm>
            <a:off x="7015128" y="1837819"/>
            <a:ext cx="6199715" cy="2537303"/>
            <a:chOff x="2968191" y="4054029"/>
            <a:chExt cx="6199715" cy="2537303"/>
          </a:xfrm>
        </p:grpSpPr>
        <p:grpSp>
          <p:nvGrpSpPr>
            <p:cNvPr id="73" name="Group 72">
              <a:extLst>
                <a:ext uri="{FF2B5EF4-FFF2-40B4-BE49-F238E27FC236}">
                  <a16:creationId xmlns:a16="http://schemas.microsoft.com/office/drawing/2014/main" id="{9DA85C3E-30D7-E9C5-6F6C-C23CD96D9FE4}"/>
                </a:ext>
              </a:extLst>
            </p:cNvPr>
            <p:cNvGrpSpPr/>
            <p:nvPr/>
          </p:nvGrpSpPr>
          <p:grpSpPr>
            <a:xfrm>
              <a:off x="2968191" y="4054029"/>
              <a:ext cx="6199715" cy="2537303"/>
              <a:chOff x="150847" y="1462496"/>
              <a:chExt cx="6545835" cy="2466566"/>
            </a:xfrm>
          </p:grpSpPr>
          <p:grpSp>
            <p:nvGrpSpPr>
              <p:cNvPr id="74" name="Group 73">
                <a:extLst>
                  <a:ext uri="{FF2B5EF4-FFF2-40B4-BE49-F238E27FC236}">
                    <a16:creationId xmlns:a16="http://schemas.microsoft.com/office/drawing/2014/main" id="{25BAD6AE-B95B-AA43-1BD7-E22864755419}"/>
                  </a:ext>
                </a:extLst>
              </p:cNvPr>
              <p:cNvGrpSpPr/>
              <p:nvPr/>
            </p:nvGrpSpPr>
            <p:grpSpPr>
              <a:xfrm>
                <a:off x="150847" y="1462496"/>
                <a:ext cx="2820307" cy="2466566"/>
                <a:chOff x="484064" y="2224087"/>
                <a:chExt cx="3750293" cy="3314700"/>
              </a:xfrm>
            </p:grpSpPr>
            <p:pic>
              <p:nvPicPr>
                <p:cNvPr id="76" name="Picture 75" descr="image.png">
                  <a:extLst>
                    <a:ext uri="{FF2B5EF4-FFF2-40B4-BE49-F238E27FC236}">
                      <a16:creationId xmlns:a16="http://schemas.microsoft.com/office/drawing/2014/main" id="{0F655F83-B207-4BD7-3176-BCB8E2518E74}"/>
                    </a:ext>
                  </a:extLst>
                </p:cNvPr>
                <p:cNvPicPr>
                  <a:picLocks noChangeAspect="1"/>
                </p:cNvPicPr>
                <p:nvPr/>
              </p:nvPicPr>
              <p:blipFill>
                <a:blip r:embed="rId5"/>
                <a:stretch>
                  <a:fillRect/>
                </a:stretch>
              </p:blipFill>
              <p:spPr>
                <a:xfrm>
                  <a:off x="484064" y="2224087"/>
                  <a:ext cx="3549699" cy="3314700"/>
                </a:xfrm>
                <a:prstGeom prst="rect">
                  <a:avLst/>
                </a:prstGeom>
                <a:ln>
                  <a:solidFill>
                    <a:schemeClr val="tx1"/>
                  </a:solidFill>
                </a:ln>
              </p:spPr>
            </p:pic>
            <p:sp>
              <p:nvSpPr>
                <p:cNvPr id="77" name="TextBox 76">
                  <a:extLst>
                    <a:ext uri="{FF2B5EF4-FFF2-40B4-BE49-F238E27FC236}">
                      <a16:creationId xmlns:a16="http://schemas.microsoft.com/office/drawing/2014/main" id="{CF9B44BF-3BD0-5A5E-F15E-B701D8E6121B}"/>
                    </a:ext>
                  </a:extLst>
                </p:cNvPr>
                <p:cNvSpPr txBox="1"/>
                <p:nvPr/>
              </p:nvSpPr>
              <p:spPr>
                <a:xfrm>
                  <a:off x="2549518" y="2431762"/>
                  <a:ext cx="1684839" cy="165856"/>
                </a:xfrm>
                <a:prstGeom prst="rect">
                  <a:avLst/>
                </a:prstGeom>
              </p:spPr>
              <p:txBody>
                <a:bodyPr wrap="square" lIns="0" tIns="0" rIns="0" bIns="0" anchor="t">
                  <a:spAutoFit/>
                </a:bodyPr>
                <a:lstStyle/>
                <a:p>
                  <a:r>
                    <a:rPr lang="en-CA" sz="825" b="1" dirty="0">
                      <a:solidFill>
                        <a:srgbClr val="64748B"/>
                      </a:solidFill>
                      <a:latin typeface="Inter"/>
                    </a:rPr>
                    <a:t>GEN 4 (2025–2026)</a:t>
                  </a:r>
                  <a:endParaRPr sz="825" b="1" dirty="0">
                    <a:solidFill>
                      <a:srgbClr val="64748B"/>
                    </a:solidFill>
                    <a:latin typeface="Inter"/>
                  </a:endParaRPr>
                </a:p>
              </p:txBody>
            </p:sp>
            <p:sp>
              <p:nvSpPr>
                <p:cNvPr id="78" name="TextBox 77">
                  <a:extLst>
                    <a:ext uri="{FF2B5EF4-FFF2-40B4-BE49-F238E27FC236}">
                      <a16:creationId xmlns:a16="http://schemas.microsoft.com/office/drawing/2014/main" id="{5024F241-1603-2AA4-A932-CD9B1BC96FED}"/>
                    </a:ext>
                  </a:extLst>
                </p:cNvPr>
                <p:cNvSpPr txBox="1"/>
                <p:nvPr/>
              </p:nvSpPr>
              <p:spPr>
                <a:xfrm>
                  <a:off x="847726" y="3114674"/>
                  <a:ext cx="2050256" cy="341226"/>
                </a:xfrm>
                <a:prstGeom prst="rect">
                  <a:avLst/>
                </a:prstGeom>
                <a:noFill/>
              </p:spPr>
              <p:txBody>
                <a:bodyPr wrap="square" lIns="0" tIns="0" rIns="0" bIns="0" anchor="t">
                  <a:spAutoFit/>
                </a:bodyPr>
                <a:lstStyle/>
                <a:p>
                  <a:endParaRPr sz="1650" b="0" i="0" u="none" dirty="0">
                    <a:solidFill>
                      <a:srgbClr val="1E293B"/>
                    </a:solidFill>
                    <a:latin typeface="Poppins SemiBold"/>
                  </a:endParaRPr>
                </a:p>
              </p:txBody>
            </p:sp>
            <p:sp>
              <p:nvSpPr>
                <p:cNvPr id="79" name="TextBox 78">
                  <a:extLst>
                    <a:ext uri="{FF2B5EF4-FFF2-40B4-BE49-F238E27FC236}">
                      <a16:creationId xmlns:a16="http://schemas.microsoft.com/office/drawing/2014/main" id="{60C7DAE0-083A-152F-F7A2-B428B14E092C}"/>
                    </a:ext>
                  </a:extLst>
                </p:cNvPr>
                <p:cNvSpPr txBox="1"/>
                <p:nvPr/>
              </p:nvSpPr>
              <p:spPr>
                <a:xfrm>
                  <a:off x="875472" y="3259371"/>
                  <a:ext cx="2382304" cy="1447472"/>
                </a:xfrm>
                <a:prstGeom prst="rect">
                  <a:avLst/>
                </a:prstGeom>
                <a:noFill/>
              </p:spPr>
              <p:txBody>
                <a:bodyPr wrap="square" lIns="0" tIns="0" rIns="0" bIns="0" anchor="t">
                  <a:spAutoFit/>
                </a:bodyPr>
                <a:lstStyle/>
                <a:p>
                  <a:r>
                    <a:rPr lang="en-CA" sz="1200" dirty="0"/>
                    <a:t>AI autonomously executes development tasks from start to finish.</a:t>
                  </a:r>
                </a:p>
                <a:p>
                  <a:pPr marL="171450" lvl="0" indent="-171450">
                    <a:buFont typeface="Arial" panose="020B0604020202020204" pitchFamily="34" charset="0"/>
                    <a:buChar char="•"/>
                  </a:pPr>
                  <a:r>
                    <a:rPr lang="en-CA" sz="1200" dirty="0"/>
                    <a:t>Autonomous coding </a:t>
                  </a:r>
                </a:p>
                <a:p>
                  <a:pPr marL="171450" lvl="0" indent="-171450">
                    <a:buFont typeface="Arial" panose="020B0604020202020204" pitchFamily="34" charset="0"/>
                    <a:buChar char="•"/>
                  </a:pPr>
                  <a:r>
                    <a:rPr lang="en-CA" sz="1200" dirty="0"/>
                    <a:t>Testing &amp; debugging </a:t>
                  </a:r>
                </a:p>
                <a:p>
                  <a:pPr marL="171450" lvl="0" indent="-171450">
                    <a:buFont typeface="Arial" panose="020B0604020202020204" pitchFamily="34" charset="0"/>
                    <a:buChar char="•"/>
                  </a:pPr>
                  <a:r>
                    <a:rPr lang="en-CA" sz="1200" dirty="0"/>
                    <a:t>Workflow automation</a:t>
                  </a:r>
                </a:p>
              </p:txBody>
            </p:sp>
            <p:pic>
              <p:nvPicPr>
                <p:cNvPr id="80" name="Picture 79" descr="image.png">
                  <a:extLst>
                    <a:ext uri="{FF2B5EF4-FFF2-40B4-BE49-F238E27FC236}">
                      <a16:creationId xmlns:a16="http://schemas.microsoft.com/office/drawing/2014/main" id="{0BA3CC05-748F-4350-560A-B3218FCEE193}"/>
                    </a:ext>
                  </a:extLst>
                </p:cNvPr>
                <p:cNvPicPr>
                  <a:picLocks noChangeAspect="1"/>
                </p:cNvPicPr>
                <p:nvPr/>
              </p:nvPicPr>
              <p:blipFill>
                <a:blip r:embed="rId6"/>
                <a:stretch>
                  <a:fillRect/>
                </a:stretch>
              </p:blipFill>
              <p:spPr>
                <a:xfrm>
                  <a:off x="942975" y="2624137"/>
                  <a:ext cx="266700" cy="209550"/>
                </a:xfrm>
                <a:prstGeom prst="rect">
                  <a:avLst/>
                </a:prstGeom>
              </p:spPr>
            </p:pic>
          </p:grpSp>
          <p:sp>
            <p:nvSpPr>
              <p:cNvPr id="75" name="TextBox 74">
                <a:extLst>
                  <a:ext uri="{FF2B5EF4-FFF2-40B4-BE49-F238E27FC236}">
                    <a16:creationId xmlns:a16="http://schemas.microsoft.com/office/drawing/2014/main" id="{D4C593A4-BDDC-FDDC-75BE-18D8772FC5D4}"/>
                  </a:ext>
                </a:extLst>
              </p:cNvPr>
              <p:cNvSpPr txBox="1"/>
              <p:nvPr/>
            </p:nvSpPr>
            <p:spPr>
              <a:xfrm>
                <a:off x="323932" y="2009898"/>
                <a:ext cx="6372750" cy="269277"/>
              </a:xfrm>
              <a:prstGeom prst="rect">
                <a:avLst/>
              </a:prstGeom>
              <a:noFill/>
            </p:spPr>
            <p:txBody>
              <a:bodyPr wrap="square">
                <a:spAutoFit/>
              </a:bodyPr>
              <a:lstStyle/>
              <a:p>
                <a:r>
                  <a:rPr lang="en-CA" sz="1200" b="1" dirty="0"/>
                  <a:t>Agentic AI</a:t>
                </a:r>
              </a:p>
            </p:txBody>
          </p:sp>
        </p:grpSp>
        <p:grpSp>
          <p:nvGrpSpPr>
            <p:cNvPr id="81" name="Group 80">
              <a:extLst>
                <a:ext uri="{FF2B5EF4-FFF2-40B4-BE49-F238E27FC236}">
                  <a16:creationId xmlns:a16="http://schemas.microsoft.com/office/drawing/2014/main" id="{9044AD0C-4832-462E-698E-2CEABFE7B747}"/>
                </a:ext>
              </a:extLst>
            </p:cNvPr>
            <p:cNvGrpSpPr/>
            <p:nvPr/>
          </p:nvGrpSpPr>
          <p:grpSpPr>
            <a:xfrm>
              <a:off x="3223858" y="4149193"/>
              <a:ext cx="457200" cy="480654"/>
              <a:chOff x="8337649" y="2509837"/>
              <a:chExt cx="457200" cy="457200"/>
            </a:xfrm>
          </p:grpSpPr>
          <p:pic>
            <p:nvPicPr>
              <p:cNvPr id="15" name="Picture 14" descr="image.png"/>
              <p:cNvPicPr>
                <a:picLocks noChangeAspect="1"/>
              </p:cNvPicPr>
              <p:nvPr/>
            </p:nvPicPr>
            <p:blipFill>
              <a:blip r:embed="rId9"/>
              <a:stretch>
                <a:fillRect/>
              </a:stretch>
            </p:blipFill>
            <p:spPr>
              <a:xfrm>
                <a:off x="8337649" y="2509837"/>
                <a:ext cx="457200" cy="457200"/>
              </a:xfrm>
              <a:prstGeom prst="rect">
                <a:avLst/>
              </a:prstGeom>
            </p:spPr>
          </p:pic>
          <p:pic>
            <p:nvPicPr>
              <p:cNvPr id="26" name="Picture 25" descr="image.png"/>
              <p:cNvPicPr>
                <a:picLocks noChangeAspect="1"/>
              </p:cNvPicPr>
              <p:nvPr/>
            </p:nvPicPr>
            <p:blipFill>
              <a:blip r:embed="rId10"/>
              <a:stretch>
                <a:fillRect/>
              </a:stretch>
            </p:blipFill>
            <p:spPr>
              <a:xfrm>
                <a:off x="8414318" y="2627387"/>
                <a:ext cx="266700" cy="209550"/>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25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250"/>
                                  </p:stCondLst>
                                  <p:childTnLst>
                                    <p:set>
                                      <p:cBhvr>
                                        <p:cTn id="11" dur="1" fill="hold">
                                          <p:stCondLst>
                                            <p:cond delay="0"/>
                                          </p:stCondLst>
                                        </p:cTn>
                                        <p:tgtEl>
                                          <p:spTgt spid="55"/>
                                        </p:tgtEl>
                                        <p:attrNameLst>
                                          <p:attrName>style.visibility</p:attrName>
                                        </p:attrNameLst>
                                      </p:cBhvr>
                                      <p:to>
                                        <p:strVal val="visible"/>
                                      </p:to>
                                    </p:set>
                                    <p:anim calcmode="lin" valueType="num">
                                      <p:cBhvr additive="base">
                                        <p:cTn id="12" dur="500" fill="hold"/>
                                        <p:tgtEl>
                                          <p:spTgt spid="55"/>
                                        </p:tgtEl>
                                        <p:attrNameLst>
                                          <p:attrName>ppt_x</p:attrName>
                                        </p:attrNameLst>
                                      </p:cBhvr>
                                      <p:tavLst>
                                        <p:tav tm="0">
                                          <p:val>
                                            <p:strVal val="#ppt_x"/>
                                          </p:val>
                                        </p:tav>
                                        <p:tav tm="100000">
                                          <p:val>
                                            <p:strVal val="#ppt_x"/>
                                          </p:val>
                                        </p:tav>
                                      </p:tavLst>
                                    </p:anim>
                                    <p:anim calcmode="lin" valueType="num">
                                      <p:cBhvr additive="base">
                                        <p:cTn id="13" dur="500" fill="hold"/>
                                        <p:tgtEl>
                                          <p:spTgt spid="5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2" presetClass="entr" presetSubtype="4" fill="hold" nodeType="afterEffect">
                                  <p:stCondLst>
                                    <p:cond delay="250"/>
                                  </p:stCondLst>
                                  <p:childTnLst>
                                    <p:set>
                                      <p:cBhvr>
                                        <p:cTn id="16" dur="1" fill="hold">
                                          <p:stCondLst>
                                            <p:cond delay="0"/>
                                          </p:stCondLst>
                                        </p:cTn>
                                        <p:tgtEl>
                                          <p:spTgt spid="72"/>
                                        </p:tgtEl>
                                        <p:attrNameLst>
                                          <p:attrName>style.visibility</p:attrName>
                                        </p:attrNameLst>
                                      </p:cBhvr>
                                      <p:to>
                                        <p:strVal val="visible"/>
                                      </p:to>
                                    </p:set>
                                    <p:anim calcmode="lin" valueType="num">
                                      <p:cBhvr additive="base">
                                        <p:cTn id="17" dur="500" fill="hold"/>
                                        <p:tgtEl>
                                          <p:spTgt spid="72"/>
                                        </p:tgtEl>
                                        <p:attrNameLst>
                                          <p:attrName>ppt_x</p:attrName>
                                        </p:attrNameLst>
                                      </p:cBhvr>
                                      <p:tavLst>
                                        <p:tav tm="0">
                                          <p:val>
                                            <p:strVal val="#ppt_x"/>
                                          </p:val>
                                        </p:tav>
                                        <p:tav tm="100000">
                                          <p:val>
                                            <p:strVal val="#ppt_x"/>
                                          </p:val>
                                        </p:tav>
                                      </p:tavLst>
                                    </p:anim>
                                    <p:anim calcmode="lin" valueType="num">
                                      <p:cBhvr additive="base">
                                        <p:cTn id="18" dur="500" fill="hold"/>
                                        <p:tgtEl>
                                          <p:spTgt spid="72"/>
                                        </p:tgtEl>
                                        <p:attrNameLst>
                                          <p:attrName>ppt_y</p:attrName>
                                        </p:attrNameLst>
                                      </p:cBhvr>
                                      <p:tavLst>
                                        <p:tav tm="0">
                                          <p:val>
                                            <p:strVal val="1+#ppt_h/2"/>
                                          </p:val>
                                        </p:tav>
                                        <p:tav tm="100000">
                                          <p:val>
                                            <p:strVal val="#ppt_y"/>
                                          </p:val>
                                        </p:tav>
                                      </p:tavLst>
                                    </p:anim>
                                  </p:childTnLst>
                                </p:cTn>
                              </p:par>
                            </p:childTnLst>
                          </p:cTn>
                        </p:par>
                        <p:par>
                          <p:cTn id="19" fill="hold">
                            <p:stCondLst>
                              <p:cond delay="2250"/>
                            </p:stCondLst>
                            <p:childTnLst>
                              <p:par>
                                <p:cTn id="20" presetID="53" presetClass="entr" presetSubtype="16" fill="hold" nodeType="afterEffect">
                                  <p:stCondLst>
                                    <p:cond delay="250"/>
                                  </p:stCondLst>
                                  <p:childTnLst>
                                    <p:set>
                                      <p:cBhvr>
                                        <p:cTn id="21" dur="1" fill="hold">
                                          <p:stCondLst>
                                            <p:cond delay="0"/>
                                          </p:stCondLst>
                                        </p:cTn>
                                        <p:tgtEl>
                                          <p:spTgt spid="82"/>
                                        </p:tgtEl>
                                        <p:attrNameLst>
                                          <p:attrName>style.visibility</p:attrName>
                                        </p:attrNameLst>
                                      </p:cBhvr>
                                      <p:to>
                                        <p:strVal val="visible"/>
                                      </p:to>
                                    </p:set>
                                    <p:anim calcmode="lin" valueType="num">
                                      <p:cBhvr>
                                        <p:cTn id="22" dur="500" fill="hold"/>
                                        <p:tgtEl>
                                          <p:spTgt spid="82"/>
                                        </p:tgtEl>
                                        <p:attrNameLst>
                                          <p:attrName>ppt_w</p:attrName>
                                        </p:attrNameLst>
                                      </p:cBhvr>
                                      <p:tavLst>
                                        <p:tav tm="0">
                                          <p:val>
                                            <p:fltVal val="0"/>
                                          </p:val>
                                        </p:tav>
                                        <p:tav tm="100000">
                                          <p:val>
                                            <p:strVal val="#ppt_w"/>
                                          </p:val>
                                        </p:tav>
                                      </p:tavLst>
                                    </p:anim>
                                    <p:anim calcmode="lin" valueType="num">
                                      <p:cBhvr>
                                        <p:cTn id="23" dur="500" fill="hold"/>
                                        <p:tgtEl>
                                          <p:spTgt spid="82"/>
                                        </p:tgtEl>
                                        <p:attrNameLst>
                                          <p:attrName>ppt_h</p:attrName>
                                        </p:attrNameLst>
                                      </p:cBhvr>
                                      <p:tavLst>
                                        <p:tav tm="0">
                                          <p:val>
                                            <p:fltVal val="0"/>
                                          </p:val>
                                        </p:tav>
                                        <p:tav tm="100000">
                                          <p:val>
                                            <p:strVal val="#ppt_h"/>
                                          </p:val>
                                        </p:tav>
                                      </p:tavLst>
                                    </p:anim>
                                    <p:animEffect transition="in" filter="fade">
                                      <p:cBhvr>
                                        <p:cTn id="24"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601AAF6A-5DD3-E0A0-DA81-85172EA8AC35}"/>
              </a:ext>
            </a:extLst>
          </p:cNvPr>
          <p:cNvSpPr/>
          <p:nvPr/>
        </p:nvSpPr>
        <p:spPr>
          <a:xfrm>
            <a:off x="6400800" y="5511800"/>
            <a:ext cx="4838700" cy="1193800"/>
          </a:xfrm>
          <a:prstGeom prst="cloudCallou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5" name="TextBox 4">
            <a:extLst>
              <a:ext uri="{FF2B5EF4-FFF2-40B4-BE49-F238E27FC236}">
                <a16:creationId xmlns:a16="http://schemas.microsoft.com/office/drawing/2014/main" id="{66076332-3E5D-F7DD-F043-981A3CD6AD19}"/>
              </a:ext>
            </a:extLst>
          </p:cNvPr>
          <p:cNvSpPr txBox="1"/>
          <p:nvPr/>
        </p:nvSpPr>
        <p:spPr>
          <a:xfrm>
            <a:off x="7594600" y="765698"/>
            <a:ext cx="4416016" cy="4581002"/>
          </a:xfrm>
          <a:prstGeom prst="rect">
            <a:avLst/>
          </a:prstGeom>
          <a:noFill/>
        </p:spPr>
        <p:txBody>
          <a:bodyPr wrap="square">
            <a:spAutoFit/>
          </a:bodyPr>
          <a:lstStyle/>
          <a:p>
            <a:r>
              <a:rPr lang="en-CA" dirty="0"/>
              <a:t>Before AI:                                      With AI:</a:t>
            </a:r>
          </a:p>
          <a:p>
            <a:endParaRPr lang="en-CA" dirty="0"/>
          </a:p>
          <a:p>
            <a:r>
              <a:rPr lang="en-CA" dirty="0"/>
              <a:t> 💡 Idea                                      💡 Idea</a:t>
            </a:r>
          </a:p>
          <a:p>
            <a:r>
              <a:rPr lang="en-CA" dirty="0"/>
              <a:t>        │                                                    │</a:t>
            </a:r>
          </a:p>
          <a:p>
            <a:r>
              <a:rPr lang="en-CA" dirty="0"/>
              <a:t>       ▼                                                  ▼</a:t>
            </a:r>
          </a:p>
          <a:p>
            <a:r>
              <a:rPr lang="en-CA" dirty="0"/>
              <a:t>🔍 Search                                  🤖 Ask AI</a:t>
            </a:r>
          </a:p>
          <a:p>
            <a:r>
              <a:rPr lang="en-CA" dirty="0"/>
              <a:t>        │                                                    │</a:t>
            </a:r>
          </a:p>
          <a:p>
            <a:r>
              <a:rPr lang="en-CA" dirty="0"/>
              <a:t>       ▼                                                  ▼</a:t>
            </a:r>
          </a:p>
          <a:p>
            <a:r>
              <a:rPr lang="en-CA" dirty="0"/>
              <a:t>📚 Documentation              💻 Generate code</a:t>
            </a:r>
          </a:p>
          <a:p>
            <a:r>
              <a:rPr lang="en-CA" dirty="0"/>
              <a:t>         │                                                     │</a:t>
            </a:r>
          </a:p>
          <a:p>
            <a:r>
              <a:rPr lang="en-CA" dirty="0"/>
              <a:t>        ▼                                                   ▼</a:t>
            </a:r>
          </a:p>
          <a:p>
            <a:r>
              <a:rPr lang="en-CA" dirty="0"/>
              <a:t>💬 Stack Overflow                   🔍 Review</a:t>
            </a:r>
          </a:p>
          <a:p>
            <a:r>
              <a:rPr lang="en-CA" dirty="0"/>
              <a:t>         │                                                     │</a:t>
            </a:r>
          </a:p>
          <a:p>
            <a:r>
              <a:rPr lang="en-CA" dirty="0"/>
              <a:t>        ▼                                                   ▼</a:t>
            </a:r>
          </a:p>
          <a:p>
            <a:r>
              <a:rPr lang="en-CA" dirty="0"/>
              <a:t>  ⌨️ Code                                     🚀 Deliver</a:t>
            </a:r>
          </a:p>
        </p:txBody>
      </p:sp>
      <p:sp>
        <p:nvSpPr>
          <p:cNvPr id="6" name="TextBox 5">
            <a:extLst>
              <a:ext uri="{FF2B5EF4-FFF2-40B4-BE49-F238E27FC236}">
                <a16:creationId xmlns:a16="http://schemas.microsoft.com/office/drawing/2014/main" id="{F80DDFD9-4CF1-FA21-428F-259A6327E419}"/>
              </a:ext>
            </a:extLst>
          </p:cNvPr>
          <p:cNvSpPr txBox="1"/>
          <p:nvPr/>
        </p:nvSpPr>
        <p:spPr>
          <a:xfrm>
            <a:off x="6832756" y="5888133"/>
            <a:ext cx="4038444" cy="36933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rPr>
              <a:t>Less searching → More problem-solving</a:t>
            </a:r>
          </a:p>
        </p:txBody>
      </p:sp>
      <p:sp>
        <p:nvSpPr>
          <p:cNvPr id="8" name="TextBox 7">
            <a:extLst>
              <a:ext uri="{FF2B5EF4-FFF2-40B4-BE49-F238E27FC236}">
                <a16:creationId xmlns:a16="http://schemas.microsoft.com/office/drawing/2014/main" id="{27BBBDB9-0406-0411-6D0F-44F5654475B8}"/>
              </a:ext>
            </a:extLst>
          </p:cNvPr>
          <p:cNvSpPr txBox="1"/>
          <p:nvPr/>
        </p:nvSpPr>
        <p:spPr>
          <a:xfrm>
            <a:off x="483753" y="411639"/>
            <a:ext cx="6702421" cy="74373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nSpc>
                <a:spcPts val="4950"/>
              </a:lnSpc>
            </a:pPr>
            <a:r>
              <a:rPr lang="en-CA" sz="4800" dirty="0">
                <a:solidFill>
                  <a:schemeClr val="tx2">
                    <a:lumMod val="75000"/>
                  </a:schemeClr>
                </a:solidFill>
                <a:latin typeface="Aptos" panose="020B0004020202020204" pitchFamily="34" charset="0"/>
              </a:rPr>
              <a:t>The Old Way vs. Today</a:t>
            </a:r>
          </a:p>
        </p:txBody>
      </p:sp>
      <p:graphicFrame>
        <p:nvGraphicFramePr>
          <p:cNvPr id="7" name="Table 6">
            <a:extLst>
              <a:ext uri="{FF2B5EF4-FFF2-40B4-BE49-F238E27FC236}">
                <a16:creationId xmlns:a16="http://schemas.microsoft.com/office/drawing/2014/main" id="{0CC33875-1600-4159-565F-558611128F22}"/>
              </a:ext>
            </a:extLst>
          </p:cNvPr>
          <p:cNvGraphicFramePr>
            <a:graphicFrameLocks noGrp="1"/>
          </p:cNvGraphicFramePr>
          <p:nvPr>
            <p:extLst>
              <p:ext uri="{D42A27DB-BD31-4B8C-83A1-F6EECF244321}">
                <p14:modId xmlns:p14="http://schemas.microsoft.com/office/powerpoint/2010/main" val="2028334739"/>
              </p:ext>
            </p:extLst>
          </p:nvPr>
        </p:nvGraphicFramePr>
        <p:xfrm>
          <a:off x="457200" y="1854200"/>
          <a:ext cx="4838700" cy="3848100"/>
        </p:xfrm>
        <a:graphic>
          <a:graphicData uri="http://schemas.openxmlformats.org/drawingml/2006/table">
            <a:tbl>
              <a:tblPr>
                <a:tableStyleId>{00A15C55-8517-42AA-B614-E9B94910E393}</a:tableStyleId>
              </a:tblPr>
              <a:tblGrid>
                <a:gridCol w="2419350">
                  <a:extLst>
                    <a:ext uri="{9D8B030D-6E8A-4147-A177-3AD203B41FA5}">
                      <a16:colId xmlns:a16="http://schemas.microsoft.com/office/drawing/2014/main" val="2921305259"/>
                    </a:ext>
                  </a:extLst>
                </a:gridCol>
                <a:gridCol w="2419350">
                  <a:extLst>
                    <a:ext uri="{9D8B030D-6E8A-4147-A177-3AD203B41FA5}">
                      <a16:colId xmlns:a16="http://schemas.microsoft.com/office/drawing/2014/main" val="4066389080"/>
                    </a:ext>
                  </a:extLst>
                </a:gridCol>
              </a:tblGrid>
              <a:tr h="496529">
                <a:tc>
                  <a:txBody>
                    <a:bodyPr/>
                    <a:lstStyle/>
                    <a:p>
                      <a:pPr>
                        <a:buNone/>
                      </a:pPr>
                      <a:r>
                        <a:rPr lang="en-CA" b="1" dirty="0">
                          <a:solidFill>
                            <a:schemeClr val="tx2">
                              <a:lumMod val="75000"/>
                            </a:schemeClr>
                          </a:solidFill>
                        </a:rPr>
                        <a:t>Tools</a:t>
                      </a:r>
                    </a:p>
                  </a:txBody>
                  <a:tcPr anchor="ctr"/>
                </a:tc>
                <a:tc>
                  <a:txBody>
                    <a:bodyPr/>
                    <a:lstStyle/>
                    <a:p>
                      <a:pPr>
                        <a:buNone/>
                      </a:pPr>
                      <a:r>
                        <a:rPr lang="en-CA" b="1" dirty="0">
                          <a:solidFill>
                            <a:schemeClr val="tx2">
                              <a:lumMod val="75000"/>
                            </a:schemeClr>
                          </a:solidFill>
                        </a:rPr>
                        <a:t>Primary Strength</a:t>
                      </a:r>
                    </a:p>
                  </a:txBody>
                  <a:tcPr anchor="ctr"/>
                </a:tc>
                <a:extLst>
                  <a:ext uri="{0D108BD9-81ED-4DB2-BD59-A6C34878D82A}">
                    <a16:rowId xmlns:a16="http://schemas.microsoft.com/office/drawing/2014/main" val="4254540520"/>
                  </a:ext>
                </a:extLst>
              </a:tr>
              <a:tr h="496529">
                <a:tc>
                  <a:txBody>
                    <a:bodyPr/>
                    <a:lstStyle/>
                    <a:p>
                      <a:pPr>
                        <a:buNone/>
                      </a:pPr>
                      <a:r>
                        <a:rPr lang="en-CA" sz="1200" b="1" dirty="0"/>
                        <a:t>GitHub Copilot</a:t>
                      </a:r>
                      <a:endParaRPr lang="en-CA" sz="1200" dirty="0"/>
                    </a:p>
                  </a:txBody>
                  <a:tcPr anchor="ctr"/>
                </a:tc>
                <a:tc>
                  <a:txBody>
                    <a:bodyPr/>
                    <a:lstStyle/>
                    <a:p>
                      <a:pPr>
                        <a:buNone/>
                      </a:pPr>
                      <a:r>
                        <a:rPr lang="en-CA" sz="1200" dirty="0"/>
                        <a:t>IDE code completion</a:t>
                      </a:r>
                    </a:p>
                  </a:txBody>
                  <a:tcPr anchor="ctr"/>
                </a:tc>
                <a:extLst>
                  <a:ext uri="{0D108BD9-81ED-4DB2-BD59-A6C34878D82A}">
                    <a16:rowId xmlns:a16="http://schemas.microsoft.com/office/drawing/2014/main" val="3869234547"/>
                  </a:ext>
                </a:extLst>
              </a:tr>
              <a:tr h="496529">
                <a:tc>
                  <a:txBody>
                    <a:bodyPr/>
                    <a:lstStyle/>
                    <a:p>
                      <a:pPr>
                        <a:buNone/>
                      </a:pPr>
                      <a:r>
                        <a:rPr lang="en-CA" sz="1200" b="1"/>
                        <a:t>ChatGPT</a:t>
                      </a:r>
                      <a:endParaRPr lang="en-CA" sz="1200"/>
                    </a:p>
                  </a:txBody>
                  <a:tcPr anchor="ctr"/>
                </a:tc>
                <a:tc>
                  <a:txBody>
                    <a:bodyPr/>
                    <a:lstStyle/>
                    <a:p>
                      <a:pPr>
                        <a:buNone/>
                      </a:pPr>
                      <a:r>
                        <a:rPr lang="en-CA" sz="1200" dirty="0"/>
                        <a:t>Reasoning &amp; debugging</a:t>
                      </a:r>
                    </a:p>
                  </a:txBody>
                  <a:tcPr anchor="ctr"/>
                </a:tc>
                <a:extLst>
                  <a:ext uri="{0D108BD9-81ED-4DB2-BD59-A6C34878D82A}">
                    <a16:rowId xmlns:a16="http://schemas.microsoft.com/office/drawing/2014/main" val="1948463463"/>
                  </a:ext>
                </a:extLst>
              </a:tr>
              <a:tr h="496529">
                <a:tc>
                  <a:txBody>
                    <a:bodyPr/>
                    <a:lstStyle/>
                    <a:p>
                      <a:pPr>
                        <a:buNone/>
                      </a:pPr>
                      <a:r>
                        <a:rPr lang="en-CA" sz="1200" b="1"/>
                        <a:t>Cursor</a:t>
                      </a:r>
                      <a:endParaRPr lang="en-CA" sz="1200"/>
                    </a:p>
                  </a:txBody>
                  <a:tcPr anchor="ctr"/>
                </a:tc>
                <a:tc>
                  <a:txBody>
                    <a:bodyPr/>
                    <a:lstStyle/>
                    <a:p>
                      <a:pPr>
                        <a:buNone/>
                      </a:pPr>
                      <a:r>
                        <a:rPr lang="en-CA" sz="1200" dirty="0"/>
                        <a:t>Repository-wide editing</a:t>
                      </a:r>
                    </a:p>
                  </a:txBody>
                  <a:tcPr anchor="ctr"/>
                </a:tc>
                <a:extLst>
                  <a:ext uri="{0D108BD9-81ED-4DB2-BD59-A6C34878D82A}">
                    <a16:rowId xmlns:a16="http://schemas.microsoft.com/office/drawing/2014/main" val="705457849"/>
                  </a:ext>
                </a:extLst>
              </a:tr>
              <a:tr h="868926">
                <a:tc>
                  <a:txBody>
                    <a:bodyPr/>
                    <a:lstStyle/>
                    <a:p>
                      <a:pPr>
                        <a:buNone/>
                      </a:pPr>
                      <a:r>
                        <a:rPr lang="en-CA" sz="1200" b="1"/>
                        <a:t>Claude Code</a:t>
                      </a:r>
                      <a:endParaRPr lang="en-CA" sz="1200"/>
                    </a:p>
                  </a:txBody>
                  <a:tcPr anchor="ctr"/>
                </a:tc>
                <a:tc>
                  <a:txBody>
                    <a:bodyPr/>
                    <a:lstStyle/>
                    <a:p>
                      <a:pPr>
                        <a:buNone/>
                      </a:pPr>
                      <a:r>
                        <a:rPr lang="en-CA" sz="1200" dirty="0"/>
                        <a:t>Long-context &amp; agentic workflows</a:t>
                      </a:r>
                    </a:p>
                  </a:txBody>
                  <a:tcPr anchor="ctr"/>
                </a:tc>
                <a:extLst>
                  <a:ext uri="{0D108BD9-81ED-4DB2-BD59-A6C34878D82A}">
                    <a16:rowId xmlns:a16="http://schemas.microsoft.com/office/drawing/2014/main" val="3768559488"/>
                  </a:ext>
                </a:extLst>
              </a:tr>
              <a:tr h="496529">
                <a:tc>
                  <a:txBody>
                    <a:bodyPr/>
                    <a:lstStyle/>
                    <a:p>
                      <a:pPr>
                        <a:buNone/>
                      </a:pPr>
                      <a:r>
                        <a:rPr lang="en-CA" sz="1200" b="1"/>
                        <a:t>Gemini Code Assist</a:t>
                      </a:r>
                      <a:endParaRPr lang="en-CA" sz="1200"/>
                    </a:p>
                  </a:txBody>
                  <a:tcPr anchor="ctr"/>
                </a:tc>
                <a:tc>
                  <a:txBody>
                    <a:bodyPr/>
                    <a:lstStyle/>
                    <a:p>
                      <a:pPr>
                        <a:buNone/>
                      </a:pPr>
                      <a:r>
                        <a:rPr lang="en-CA" sz="1200" dirty="0"/>
                        <a:t>Google Cloud development</a:t>
                      </a:r>
                    </a:p>
                  </a:txBody>
                  <a:tcPr anchor="ctr"/>
                </a:tc>
                <a:extLst>
                  <a:ext uri="{0D108BD9-81ED-4DB2-BD59-A6C34878D82A}">
                    <a16:rowId xmlns:a16="http://schemas.microsoft.com/office/drawing/2014/main" val="3795163749"/>
                  </a:ext>
                </a:extLst>
              </a:tr>
              <a:tr h="496529">
                <a:tc>
                  <a:txBody>
                    <a:bodyPr/>
                    <a:lstStyle/>
                    <a:p>
                      <a:pPr>
                        <a:buNone/>
                      </a:pPr>
                      <a:r>
                        <a:rPr lang="en-CA" sz="1200" b="1" dirty="0"/>
                        <a:t>Amazon Q Developer</a:t>
                      </a:r>
                      <a:endParaRPr lang="en-CA" sz="1200" dirty="0"/>
                    </a:p>
                  </a:txBody>
                  <a:tcPr anchor="ctr"/>
                </a:tc>
                <a:tc>
                  <a:txBody>
                    <a:bodyPr/>
                    <a:lstStyle/>
                    <a:p>
                      <a:pPr>
                        <a:buNone/>
                      </a:pPr>
                      <a:r>
                        <a:rPr lang="en-CA" sz="1200" dirty="0"/>
                        <a:t>AWS development</a:t>
                      </a:r>
                    </a:p>
                  </a:txBody>
                  <a:tcPr anchor="ctr"/>
                </a:tc>
                <a:extLst>
                  <a:ext uri="{0D108BD9-81ED-4DB2-BD59-A6C34878D82A}">
                    <a16:rowId xmlns:a16="http://schemas.microsoft.com/office/drawing/2014/main" val="362507274"/>
                  </a:ext>
                </a:extLst>
              </a:tr>
            </a:tbl>
          </a:graphicData>
        </a:graphic>
      </p:graphicFrame>
    </p:spTree>
    <p:extLst>
      <p:ext uri="{BB962C8B-B14F-4D97-AF65-F5344CB8AC3E}">
        <p14:creationId xmlns:p14="http://schemas.microsoft.com/office/powerpoint/2010/main" val="376976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33BC5E-A72A-D368-C8D4-E34040144E5D}"/>
              </a:ext>
            </a:extLst>
          </p:cNvPr>
          <p:cNvSpPr txBox="1"/>
          <p:nvPr/>
        </p:nvSpPr>
        <p:spPr>
          <a:xfrm>
            <a:off x="410919" y="558634"/>
            <a:ext cx="6095064" cy="8309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r>
              <a:rPr lang="en-CA" sz="4800" dirty="0">
                <a:solidFill>
                  <a:schemeClr val="tx2">
                    <a:lumMod val="75000"/>
                  </a:schemeClr>
                </a:solidFill>
                <a:latin typeface="Aptos" panose="020B0004020202020204" pitchFamily="34" charset="0"/>
              </a:rPr>
              <a:t>What AI Can Do </a:t>
            </a:r>
          </a:p>
        </p:txBody>
      </p:sp>
      <p:sp>
        <p:nvSpPr>
          <p:cNvPr id="5" name="TextBox 4">
            <a:extLst>
              <a:ext uri="{FF2B5EF4-FFF2-40B4-BE49-F238E27FC236}">
                <a16:creationId xmlns:a16="http://schemas.microsoft.com/office/drawing/2014/main" id="{74BC50E1-E6FD-6FC7-AE41-ADDD084DBAE8}"/>
              </a:ext>
            </a:extLst>
          </p:cNvPr>
          <p:cNvSpPr txBox="1"/>
          <p:nvPr/>
        </p:nvSpPr>
        <p:spPr>
          <a:xfrm>
            <a:off x="955072" y="1859740"/>
            <a:ext cx="3375706" cy="1200329"/>
          </a:xfrm>
          <a:prstGeom prst="rect">
            <a:avLst/>
          </a:prstGeom>
          <a:noFill/>
        </p:spPr>
        <p:txBody>
          <a:bodyPr wrap="square">
            <a:spAutoFit/>
          </a:bodyPr>
          <a:lstStyle/>
          <a:p>
            <a:pPr>
              <a:buNone/>
            </a:pPr>
            <a:r>
              <a:rPr lang="en-CA" dirty="0"/>
              <a:t>💻 Generate code</a:t>
            </a:r>
          </a:p>
          <a:p>
            <a:pPr>
              <a:buNone/>
            </a:pPr>
            <a:r>
              <a:rPr lang="en-CA" dirty="0"/>
              <a:t>🐞 Find bugs</a:t>
            </a:r>
          </a:p>
          <a:p>
            <a:pPr>
              <a:buNone/>
            </a:pPr>
            <a:r>
              <a:rPr lang="en-CA" dirty="0"/>
              <a:t>🧪 Write tests</a:t>
            </a:r>
          </a:p>
          <a:p>
            <a:pPr>
              <a:buNone/>
            </a:pPr>
            <a:r>
              <a:rPr lang="en-CA" dirty="0"/>
              <a:t>📚 Explain code</a:t>
            </a:r>
          </a:p>
        </p:txBody>
      </p:sp>
      <p:sp>
        <p:nvSpPr>
          <p:cNvPr id="7" name="TextBox 6">
            <a:extLst>
              <a:ext uri="{FF2B5EF4-FFF2-40B4-BE49-F238E27FC236}">
                <a16:creationId xmlns:a16="http://schemas.microsoft.com/office/drawing/2014/main" id="{23AEFFDA-4406-9F44-59B0-1EC7A1F1EF6D}"/>
              </a:ext>
            </a:extLst>
          </p:cNvPr>
          <p:cNvSpPr txBox="1"/>
          <p:nvPr/>
        </p:nvSpPr>
        <p:spPr>
          <a:xfrm>
            <a:off x="2767043" y="3625086"/>
            <a:ext cx="6095064" cy="923330"/>
          </a:xfrm>
          <a:prstGeom prst="rect">
            <a:avLst/>
          </a:prstGeom>
          <a:noFill/>
        </p:spPr>
        <p:txBody>
          <a:bodyPr wrap="square">
            <a:spAutoFit/>
          </a:bodyPr>
          <a:lstStyle/>
          <a:p>
            <a:r>
              <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rPr>
              <a:t>"AI acts like a coding partner. It can generate code, explain unfamiliar functions, help debug errors, and even create unit tests."</a:t>
            </a:r>
          </a:p>
        </p:txBody>
      </p:sp>
    </p:spTree>
    <p:extLst>
      <p:ext uri="{BB962C8B-B14F-4D97-AF65-F5344CB8AC3E}">
        <p14:creationId xmlns:p14="http://schemas.microsoft.com/office/powerpoint/2010/main" val="2444755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89C85-E155-ADBC-CDA7-5CD16875EFA6}"/>
              </a:ext>
            </a:extLst>
          </p:cNvPr>
          <p:cNvSpPr txBox="1"/>
          <p:nvPr/>
        </p:nvSpPr>
        <p:spPr>
          <a:xfrm>
            <a:off x="1734836" y="1553318"/>
            <a:ext cx="6095064" cy="646331"/>
          </a:xfrm>
          <a:prstGeom prst="rect">
            <a:avLst/>
          </a:prstGeom>
          <a:noFill/>
        </p:spPr>
        <p:txBody>
          <a:bodyPr wrap="square">
            <a:spAutoFit/>
          </a:bodyPr>
          <a:lstStyle/>
          <a:p>
            <a:r>
              <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rPr>
              <a:t>"AI is fast, but it doesn't truly understand your project or your users. Developers still need to review and guide its output."</a:t>
            </a:r>
          </a:p>
        </p:txBody>
      </p:sp>
    </p:spTree>
    <p:extLst>
      <p:ext uri="{BB962C8B-B14F-4D97-AF65-F5344CB8AC3E}">
        <p14:creationId xmlns:p14="http://schemas.microsoft.com/office/powerpoint/2010/main" val="252674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4065CE-A959-BEC2-AA15-151D1FF71326}"/>
              </a:ext>
            </a:extLst>
          </p:cNvPr>
          <p:cNvSpPr txBox="1"/>
          <p:nvPr/>
        </p:nvSpPr>
        <p:spPr>
          <a:xfrm>
            <a:off x="983121" y="421880"/>
            <a:ext cx="6095064" cy="2585323"/>
          </a:xfrm>
          <a:prstGeom prst="rect">
            <a:avLst/>
          </a:prstGeom>
          <a:noFill/>
        </p:spPr>
        <p:txBody>
          <a:bodyPr wrap="square">
            <a:spAutoFit/>
          </a:bodyPr>
          <a:lstStyle/>
          <a:p>
            <a:r>
              <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rPr>
              <a:t>"The future isn't AI replacing developers. It's developers who know how to work effectively with AI becoming more productive.“</a:t>
            </a:r>
          </a:p>
          <a:p>
            <a:endPar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endParaRPr>
          </a:p>
          <a:p>
            <a:endPar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endParaRPr>
          </a:p>
          <a:p>
            <a:endPar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endParaRPr>
          </a:p>
          <a:p>
            <a:r>
              <a:rPr lang="en-CA" dirty="0">
                <a:ln w="0"/>
                <a:solidFill>
                  <a:schemeClr val="accent1"/>
                </a:solidFill>
                <a:effectLst>
                  <a:glow rad="63500">
                    <a:schemeClr val="accent3">
                      <a:satMod val="175000"/>
                      <a:alpha val="40000"/>
                    </a:schemeClr>
                  </a:glow>
                  <a:outerShdw blurRad="38100" dist="25400" dir="5400000" algn="ctr" rotWithShape="0">
                    <a:srgbClr val="6E747A">
                      <a:alpha val="43000"/>
                    </a:srgbClr>
                  </a:outerShdw>
                </a:effectLst>
                <a:latin typeface="Aptos" panose="020B0004020202020204" pitchFamily="34" charset="0"/>
              </a:rPr>
              <a:t>"AI coding assistants are changing software development by handling routine tasks, allowing developers to focus on creativity, problem-solving, and building better software."</a:t>
            </a:r>
          </a:p>
        </p:txBody>
      </p:sp>
    </p:spTree>
    <p:extLst>
      <p:ext uri="{BB962C8B-B14F-4D97-AF65-F5344CB8AC3E}">
        <p14:creationId xmlns:p14="http://schemas.microsoft.com/office/powerpoint/2010/main" val="4221627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TotalTime>
  <Words>405</Words>
  <Application>Microsoft Office PowerPoint</Application>
  <PresentationFormat>Widescreen</PresentationFormat>
  <Paragraphs>85</Paragraphs>
  <Slides>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Abadi</vt:lpstr>
      <vt:lpstr>Aptos</vt:lpstr>
      <vt:lpstr>Arial</vt:lpstr>
      <vt:lpstr>Calibri</vt:lpstr>
      <vt:lpstr>Inter</vt:lpstr>
      <vt:lpstr>Inter Medium</vt:lpstr>
      <vt:lpstr>Inter SemiBold</vt:lpstr>
      <vt:lpstr>Poppins ExtraBold</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Shima Vosoogh</cp:lastModifiedBy>
  <cp:revision>2</cp:revision>
  <dcterms:created xsi:type="dcterms:W3CDTF">2013-01-27T09:14:16Z</dcterms:created>
  <dcterms:modified xsi:type="dcterms:W3CDTF">2026-08-05T03:24:51Z</dcterms:modified>
  <cp:category/>
</cp:coreProperties>
</file>